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47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8"/>
  </p:notesMasterIdLst>
  <p:handoutMasterIdLst>
    <p:handoutMasterId r:id="rId26"/>
  </p:handoutMasterIdLst>
  <p:sldIdLst>
    <p:sldId id="260" r:id="rId4"/>
    <p:sldId id="261" r:id="rId5"/>
    <p:sldId id="263" r:id="rId6"/>
    <p:sldId id="316" r:id="rId7"/>
    <p:sldId id="322" r:id="rId9"/>
    <p:sldId id="318" r:id="rId10"/>
    <p:sldId id="288" r:id="rId11"/>
    <p:sldId id="267" r:id="rId12"/>
    <p:sldId id="311" r:id="rId13"/>
    <p:sldId id="286" r:id="rId14"/>
    <p:sldId id="333" r:id="rId15"/>
    <p:sldId id="270" r:id="rId16"/>
    <p:sldId id="299" r:id="rId17"/>
    <p:sldId id="313" r:id="rId18"/>
    <p:sldId id="315" r:id="rId19"/>
    <p:sldId id="327" r:id="rId20"/>
    <p:sldId id="301" r:id="rId21"/>
    <p:sldId id="331" r:id="rId22"/>
    <p:sldId id="302" r:id="rId23"/>
    <p:sldId id="323" r:id="rId24"/>
    <p:sldId id="320" r:id="rId25"/>
  </p:sldIdLst>
  <p:sldSz cx="12192000" cy="6858000"/>
  <p:notesSz cx="7103745" cy="10234295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838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3" Type="http://schemas.openxmlformats.org/officeDocument/2006/relationships/tags" Target="../tags/tag92.xml"/><Relationship Id="rId52" Type="http://schemas.openxmlformats.org/officeDocument/2006/relationships/tags" Target="../tags/tag91.xml"/><Relationship Id="rId51" Type="http://schemas.openxmlformats.org/officeDocument/2006/relationships/tags" Target="../tags/tag90.xml"/><Relationship Id="rId50" Type="http://schemas.openxmlformats.org/officeDocument/2006/relationships/tags" Target="../tags/tag89.xml"/><Relationship Id="rId5" Type="http://schemas.openxmlformats.org/officeDocument/2006/relationships/tags" Target="../tags/tag44.xml"/><Relationship Id="rId49" Type="http://schemas.openxmlformats.org/officeDocument/2006/relationships/tags" Target="../tags/tag88.xml"/><Relationship Id="rId48" Type="http://schemas.openxmlformats.org/officeDocument/2006/relationships/tags" Target="../tags/tag87.xml"/><Relationship Id="rId47" Type="http://schemas.openxmlformats.org/officeDocument/2006/relationships/tags" Target="../tags/tag86.xml"/><Relationship Id="rId46" Type="http://schemas.openxmlformats.org/officeDocument/2006/relationships/tags" Target="../tags/tag85.xml"/><Relationship Id="rId45" Type="http://schemas.openxmlformats.org/officeDocument/2006/relationships/tags" Target="../tags/tag84.xml"/><Relationship Id="rId44" Type="http://schemas.openxmlformats.org/officeDocument/2006/relationships/tags" Target="../tags/tag83.xml"/><Relationship Id="rId43" Type="http://schemas.openxmlformats.org/officeDocument/2006/relationships/tags" Target="../tags/tag82.xml"/><Relationship Id="rId42" Type="http://schemas.openxmlformats.org/officeDocument/2006/relationships/tags" Target="../tags/tag81.xml"/><Relationship Id="rId41" Type="http://schemas.openxmlformats.org/officeDocument/2006/relationships/tags" Target="../tags/tag80.xml"/><Relationship Id="rId40" Type="http://schemas.openxmlformats.org/officeDocument/2006/relationships/tags" Target="../tags/tag79.xml"/><Relationship Id="rId4" Type="http://schemas.openxmlformats.org/officeDocument/2006/relationships/tags" Target="../tags/tag43.xml"/><Relationship Id="rId39" Type="http://schemas.openxmlformats.org/officeDocument/2006/relationships/tags" Target="../tags/tag78.xml"/><Relationship Id="rId38" Type="http://schemas.openxmlformats.org/officeDocument/2006/relationships/tags" Target="../tags/tag77.xml"/><Relationship Id="rId37" Type="http://schemas.openxmlformats.org/officeDocument/2006/relationships/tags" Target="../tags/tag76.xml"/><Relationship Id="rId36" Type="http://schemas.openxmlformats.org/officeDocument/2006/relationships/tags" Target="../tags/tag75.xml"/><Relationship Id="rId35" Type="http://schemas.openxmlformats.org/officeDocument/2006/relationships/tags" Target="../tags/tag74.xml"/><Relationship Id="rId34" Type="http://schemas.openxmlformats.org/officeDocument/2006/relationships/tags" Target="../tags/tag73.xml"/><Relationship Id="rId33" Type="http://schemas.openxmlformats.org/officeDocument/2006/relationships/tags" Target="../tags/tag72.xml"/><Relationship Id="rId32" Type="http://schemas.openxmlformats.org/officeDocument/2006/relationships/tags" Target="../tags/tag71.xml"/><Relationship Id="rId31" Type="http://schemas.openxmlformats.org/officeDocument/2006/relationships/tags" Target="../tags/tag70.xml"/><Relationship Id="rId30" Type="http://schemas.openxmlformats.org/officeDocument/2006/relationships/tags" Target="../tags/tag69.xml"/><Relationship Id="rId3" Type="http://schemas.openxmlformats.org/officeDocument/2006/relationships/image" Target="../media/image1.emf"/><Relationship Id="rId29" Type="http://schemas.openxmlformats.org/officeDocument/2006/relationships/tags" Target="../tags/tag68.xml"/><Relationship Id="rId28" Type="http://schemas.openxmlformats.org/officeDocument/2006/relationships/tags" Target="../tags/tag67.xml"/><Relationship Id="rId27" Type="http://schemas.openxmlformats.org/officeDocument/2006/relationships/tags" Target="../tags/tag66.xml"/><Relationship Id="rId26" Type="http://schemas.openxmlformats.org/officeDocument/2006/relationships/tags" Target="../tags/tag65.xml"/><Relationship Id="rId25" Type="http://schemas.openxmlformats.org/officeDocument/2006/relationships/tags" Target="../tags/tag64.xml"/><Relationship Id="rId24" Type="http://schemas.openxmlformats.org/officeDocument/2006/relationships/tags" Target="../tags/tag63.xml"/><Relationship Id="rId23" Type="http://schemas.openxmlformats.org/officeDocument/2006/relationships/tags" Target="../tags/tag62.xml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2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image" Target="../media/image2.png"/><Relationship Id="rId2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image" Target="../media/image3.png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image" Target="../media/image2.png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tags" Target="../tags/tag138.xml"/><Relationship Id="rId19" Type="http://schemas.openxmlformats.org/officeDocument/2006/relationships/tags" Target="../tags/tag155.xml"/><Relationship Id="rId18" Type="http://schemas.openxmlformats.org/officeDocument/2006/relationships/tags" Target="../tags/tag154.xml"/><Relationship Id="rId17" Type="http://schemas.openxmlformats.org/officeDocument/2006/relationships/tags" Target="../tags/tag153.xml"/><Relationship Id="rId16" Type="http://schemas.openxmlformats.org/officeDocument/2006/relationships/tags" Target="../tags/tag152.xml"/><Relationship Id="rId15" Type="http://schemas.openxmlformats.org/officeDocument/2006/relationships/tags" Target="../tags/tag151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20" Type="http://schemas.openxmlformats.org/officeDocument/2006/relationships/tags" Target="../tags/tag176.xml"/><Relationship Id="rId2" Type="http://schemas.openxmlformats.org/officeDocument/2006/relationships/tags" Target="../tags/tag158.xml"/><Relationship Id="rId19" Type="http://schemas.openxmlformats.org/officeDocument/2006/relationships/tags" Target="../tags/tag175.xml"/><Relationship Id="rId18" Type="http://schemas.openxmlformats.org/officeDocument/2006/relationships/tags" Target="../tags/tag174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0" Type="http://schemas.openxmlformats.org/officeDocument/2006/relationships/tags" Target="../tags/tag213.xml"/><Relationship Id="rId2" Type="http://schemas.openxmlformats.org/officeDocument/2006/relationships/tags" Target="../tags/tag195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7" Type="http://schemas.openxmlformats.org/officeDocument/2006/relationships/tags" Target="../tags/tag229.xml"/><Relationship Id="rId16" Type="http://schemas.openxmlformats.org/officeDocument/2006/relationships/tags" Target="../tags/tag228.xml"/><Relationship Id="rId15" Type="http://schemas.openxmlformats.org/officeDocument/2006/relationships/tags" Target="../tags/tag227.xml"/><Relationship Id="rId14" Type="http://schemas.openxmlformats.org/officeDocument/2006/relationships/tags" Target="../tags/tag226.xml"/><Relationship Id="rId13" Type="http://schemas.openxmlformats.org/officeDocument/2006/relationships/tags" Target="../tags/tag225.xml"/><Relationship Id="rId12" Type="http://schemas.openxmlformats.org/officeDocument/2006/relationships/tags" Target="../tags/tag224.xml"/><Relationship Id="rId11" Type="http://schemas.openxmlformats.org/officeDocument/2006/relationships/tags" Target="../tags/tag223.xml"/><Relationship Id="rId10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8" Type="http://schemas.openxmlformats.org/officeDocument/2006/relationships/tags" Target="../tags/tag246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67.xml"/><Relationship Id="rId8" Type="http://schemas.openxmlformats.org/officeDocument/2006/relationships/tags" Target="../tags/tag266.xml"/><Relationship Id="rId7" Type="http://schemas.openxmlformats.org/officeDocument/2006/relationships/tags" Target="../tags/tag265.xml"/><Relationship Id="rId6" Type="http://schemas.openxmlformats.org/officeDocument/2006/relationships/tags" Target="../tags/tag264.xml"/><Relationship Id="rId5" Type="http://schemas.openxmlformats.org/officeDocument/2006/relationships/tags" Target="../tags/tag263.xml"/><Relationship Id="rId4" Type="http://schemas.openxmlformats.org/officeDocument/2006/relationships/tags" Target="../tags/tag262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tags" Target="../tags/tag271.xml"/><Relationship Id="rId12" Type="http://schemas.openxmlformats.org/officeDocument/2006/relationships/tags" Target="../tags/tag270.xml"/><Relationship Id="rId11" Type="http://schemas.openxmlformats.org/officeDocument/2006/relationships/tags" Target="../tags/tag269.xml"/><Relationship Id="rId10" Type="http://schemas.openxmlformats.org/officeDocument/2006/relationships/tags" Target="../tags/tag268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7" Type="http://schemas.openxmlformats.org/officeDocument/2006/relationships/tags" Target="../tags/tag290.xml"/><Relationship Id="rId16" Type="http://schemas.openxmlformats.org/officeDocument/2006/relationships/tags" Target="../tags/tag289.xml"/><Relationship Id="rId15" Type="http://schemas.openxmlformats.org/officeDocument/2006/relationships/tags" Target="../tags/tag288.xml"/><Relationship Id="rId14" Type="http://schemas.openxmlformats.org/officeDocument/2006/relationships/tags" Target="../tags/tag287.xml"/><Relationship Id="rId13" Type="http://schemas.openxmlformats.org/officeDocument/2006/relationships/tags" Target="../tags/tag286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5" Type="http://schemas.openxmlformats.org/officeDocument/2006/relationships/tags" Target="../tags/tag304.xml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8" Type="http://schemas.openxmlformats.org/officeDocument/2006/relationships/tags" Target="../tags/tag321.xml"/><Relationship Id="rId17" Type="http://schemas.openxmlformats.org/officeDocument/2006/relationships/tags" Target="../tags/tag320.xml"/><Relationship Id="rId16" Type="http://schemas.openxmlformats.org/officeDocument/2006/relationships/tags" Target="../tags/tag319.xml"/><Relationship Id="rId15" Type="http://schemas.openxmlformats.org/officeDocument/2006/relationships/tags" Target="../tags/tag318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0" Type="http://schemas.openxmlformats.org/officeDocument/2006/relationships/tags" Target="../tags/tag340.xml"/><Relationship Id="rId2" Type="http://schemas.openxmlformats.org/officeDocument/2006/relationships/tags" Target="../tags/tag322.xml"/><Relationship Id="rId19" Type="http://schemas.openxmlformats.org/officeDocument/2006/relationships/tags" Target="../tags/tag339.xml"/><Relationship Id="rId18" Type="http://schemas.openxmlformats.org/officeDocument/2006/relationships/tags" Target="../tags/tag338.xml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tags" Target="../tags/tag346.x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6" Type="http://schemas.openxmlformats.org/officeDocument/2006/relationships/tags" Target="../tags/tag355.xml"/><Relationship Id="rId15" Type="http://schemas.openxmlformats.org/officeDocument/2006/relationships/tags" Target="../tags/tag354.xml"/><Relationship Id="rId14" Type="http://schemas.openxmlformats.org/officeDocument/2006/relationships/tags" Target="../tags/tag353.xml"/><Relationship Id="rId13" Type="http://schemas.openxmlformats.org/officeDocument/2006/relationships/tags" Target="../tags/tag352.xml"/><Relationship Id="rId12" Type="http://schemas.openxmlformats.org/officeDocument/2006/relationships/tags" Target="../tags/tag351.xml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7" Type="http://schemas.openxmlformats.org/officeDocument/2006/relationships/tags" Target="../tags/tag371.xml"/><Relationship Id="rId16" Type="http://schemas.openxmlformats.org/officeDocument/2006/relationships/tags" Target="../tags/tag370.xml"/><Relationship Id="rId15" Type="http://schemas.openxmlformats.org/officeDocument/2006/relationships/tags" Target="../tags/tag369.xml"/><Relationship Id="rId14" Type="http://schemas.openxmlformats.org/officeDocument/2006/relationships/tags" Target="../tags/tag368.xml"/><Relationship Id="rId13" Type="http://schemas.openxmlformats.org/officeDocument/2006/relationships/tags" Target="../tags/tag367.xml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0" Type="http://schemas.openxmlformats.org/officeDocument/2006/relationships/tags" Target="../tags/tag390.xml"/><Relationship Id="rId2" Type="http://schemas.openxmlformats.org/officeDocument/2006/relationships/tags" Target="../tags/tag372.xml"/><Relationship Id="rId19" Type="http://schemas.openxmlformats.org/officeDocument/2006/relationships/tags" Target="../tags/tag389.xml"/><Relationship Id="rId18" Type="http://schemas.openxmlformats.org/officeDocument/2006/relationships/tags" Target="../tags/tag388.xml"/><Relationship Id="rId17" Type="http://schemas.openxmlformats.org/officeDocument/2006/relationships/tags" Target="../tags/tag387.xml"/><Relationship Id="rId16" Type="http://schemas.openxmlformats.org/officeDocument/2006/relationships/tags" Target="../tags/tag386.xml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tags" Target="../tags/tag392.xml"/><Relationship Id="rId20" Type="http://schemas.openxmlformats.org/officeDocument/2006/relationships/tags" Target="../tags/tag409.xml"/><Relationship Id="rId2" Type="http://schemas.openxmlformats.org/officeDocument/2006/relationships/tags" Target="../tags/tag391.xml"/><Relationship Id="rId19" Type="http://schemas.openxmlformats.org/officeDocument/2006/relationships/tags" Target="../tags/tag408.xml"/><Relationship Id="rId18" Type="http://schemas.openxmlformats.org/officeDocument/2006/relationships/tags" Target="../tags/tag407.xml"/><Relationship Id="rId17" Type="http://schemas.openxmlformats.org/officeDocument/2006/relationships/tags" Target="../tags/tag406.xml"/><Relationship Id="rId16" Type="http://schemas.openxmlformats.org/officeDocument/2006/relationships/tags" Target="../tags/tag405.xml"/><Relationship Id="rId15" Type="http://schemas.openxmlformats.org/officeDocument/2006/relationships/tags" Target="../tags/tag404.xml"/><Relationship Id="rId14" Type="http://schemas.openxmlformats.org/officeDocument/2006/relationships/tags" Target="../tags/tag403.xml"/><Relationship Id="rId13" Type="http://schemas.openxmlformats.org/officeDocument/2006/relationships/tags" Target="../tags/tag402.xml"/><Relationship Id="rId12" Type="http://schemas.openxmlformats.org/officeDocument/2006/relationships/tags" Target="../tags/tag401.xml"/><Relationship Id="rId11" Type="http://schemas.openxmlformats.org/officeDocument/2006/relationships/tags" Target="../tags/tag400.xml"/><Relationship Id="rId10" Type="http://schemas.openxmlformats.org/officeDocument/2006/relationships/tags" Target="../tags/tag399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417.xml"/><Relationship Id="rId8" Type="http://schemas.openxmlformats.org/officeDocument/2006/relationships/tags" Target="../tags/tag416.xml"/><Relationship Id="rId7" Type="http://schemas.openxmlformats.org/officeDocument/2006/relationships/tags" Target="../tags/tag415.xml"/><Relationship Id="rId6" Type="http://schemas.openxmlformats.org/officeDocument/2006/relationships/tags" Target="../tags/tag414.xml"/><Relationship Id="rId5" Type="http://schemas.openxmlformats.org/officeDocument/2006/relationships/tags" Target="../tags/tag413.xml"/><Relationship Id="rId4" Type="http://schemas.openxmlformats.org/officeDocument/2006/relationships/tags" Target="../tags/tag412.xml"/><Relationship Id="rId3" Type="http://schemas.openxmlformats.org/officeDocument/2006/relationships/tags" Target="../tags/tag411.xml"/><Relationship Id="rId2" Type="http://schemas.openxmlformats.org/officeDocument/2006/relationships/tags" Target="../tags/tag410.xml"/><Relationship Id="rId18" Type="http://schemas.openxmlformats.org/officeDocument/2006/relationships/tags" Target="../tags/tag426.xml"/><Relationship Id="rId17" Type="http://schemas.openxmlformats.org/officeDocument/2006/relationships/tags" Target="../tags/tag425.xml"/><Relationship Id="rId16" Type="http://schemas.openxmlformats.org/officeDocument/2006/relationships/tags" Target="../tags/tag424.xml"/><Relationship Id="rId15" Type="http://schemas.openxmlformats.org/officeDocument/2006/relationships/tags" Target="../tags/tag423.xml"/><Relationship Id="rId14" Type="http://schemas.openxmlformats.org/officeDocument/2006/relationships/tags" Target="../tags/tag422.xml"/><Relationship Id="rId13" Type="http://schemas.openxmlformats.org/officeDocument/2006/relationships/tags" Target="../tags/tag421.xml"/><Relationship Id="rId12" Type="http://schemas.openxmlformats.org/officeDocument/2006/relationships/tags" Target="../tags/tag420.xml"/><Relationship Id="rId11" Type="http://schemas.openxmlformats.org/officeDocument/2006/relationships/tags" Target="../tags/tag419.xml"/><Relationship Id="rId10" Type="http://schemas.openxmlformats.org/officeDocument/2006/relationships/tags" Target="../tags/tag418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tags" Target="../tags/tag43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" Type="http://schemas.openxmlformats.org/officeDocument/2006/relationships/tags" Target="../tags/tag430.xml"/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8" Type="http://schemas.openxmlformats.org/officeDocument/2006/relationships/tags" Target="../tags/tag443.xml"/><Relationship Id="rId17" Type="http://schemas.openxmlformats.org/officeDocument/2006/relationships/tags" Target="../tags/tag442.xml"/><Relationship Id="rId16" Type="http://schemas.openxmlformats.org/officeDocument/2006/relationships/tags" Target="../tags/tag441.xml"/><Relationship Id="rId15" Type="http://schemas.openxmlformats.org/officeDocument/2006/relationships/tags" Target="../tags/tag440.xml"/><Relationship Id="rId14" Type="http://schemas.openxmlformats.org/officeDocument/2006/relationships/tags" Target="../tags/tag439.xml"/><Relationship Id="rId13" Type="http://schemas.openxmlformats.org/officeDocument/2006/relationships/tags" Target="../tags/tag438.xml"/><Relationship Id="rId12" Type="http://schemas.openxmlformats.org/officeDocument/2006/relationships/tags" Target="../tags/tag437.xml"/><Relationship Id="rId11" Type="http://schemas.openxmlformats.org/officeDocument/2006/relationships/tags" Target="../tags/tag436.xml"/><Relationship Id="rId10" Type="http://schemas.openxmlformats.org/officeDocument/2006/relationships/tags" Target="../tags/tag435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451.xml"/><Relationship Id="rId8" Type="http://schemas.openxmlformats.org/officeDocument/2006/relationships/tags" Target="../tags/tag450.xml"/><Relationship Id="rId7" Type="http://schemas.openxmlformats.org/officeDocument/2006/relationships/tags" Target="../tags/tag449.xml"/><Relationship Id="rId6" Type="http://schemas.openxmlformats.org/officeDocument/2006/relationships/tags" Target="../tags/tag448.xml"/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" Type="http://schemas.openxmlformats.org/officeDocument/2006/relationships/tags" Target="../tags/tag445.xml"/><Relationship Id="rId2" Type="http://schemas.openxmlformats.org/officeDocument/2006/relationships/tags" Target="../tags/tag444.xml"/><Relationship Id="rId15" Type="http://schemas.openxmlformats.org/officeDocument/2006/relationships/tags" Target="../tags/tag457.xml"/><Relationship Id="rId14" Type="http://schemas.openxmlformats.org/officeDocument/2006/relationships/tags" Target="../tags/tag456.xml"/><Relationship Id="rId13" Type="http://schemas.openxmlformats.org/officeDocument/2006/relationships/tags" Target="../tags/tag455.xml"/><Relationship Id="rId12" Type="http://schemas.openxmlformats.org/officeDocument/2006/relationships/tags" Target="../tags/tag454.xml"/><Relationship Id="rId11" Type="http://schemas.openxmlformats.org/officeDocument/2006/relationships/tags" Target="../tags/tag453.xml"/><Relationship Id="rId10" Type="http://schemas.openxmlformats.org/officeDocument/2006/relationships/tags" Target="../tags/tag452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tags" Target="../tags/tag464.xml"/><Relationship Id="rId7" Type="http://schemas.openxmlformats.org/officeDocument/2006/relationships/tags" Target="../tags/tag463.xml"/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4" Type="http://schemas.openxmlformats.org/officeDocument/2006/relationships/tags" Target="../tags/tag460.xml"/><Relationship Id="rId3" Type="http://schemas.openxmlformats.org/officeDocument/2006/relationships/tags" Target="../tags/tag459.xml"/><Relationship Id="rId20" Type="http://schemas.openxmlformats.org/officeDocument/2006/relationships/tags" Target="../tags/tag476.xml"/><Relationship Id="rId2" Type="http://schemas.openxmlformats.org/officeDocument/2006/relationships/tags" Target="../tags/tag458.xml"/><Relationship Id="rId19" Type="http://schemas.openxmlformats.org/officeDocument/2006/relationships/tags" Target="../tags/tag475.xml"/><Relationship Id="rId18" Type="http://schemas.openxmlformats.org/officeDocument/2006/relationships/tags" Target="../tags/tag474.xml"/><Relationship Id="rId17" Type="http://schemas.openxmlformats.org/officeDocument/2006/relationships/tags" Target="../tags/tag473.xml"/><Relationship Id="rId16" Type="http://schemas.openxmlformats.org/officeDocument/2006/relationships/tags" Target="../tags/tag472.xml"/><Relationship Id="rId15" Type="http://schemas.openxmlformats.org/officeDocument/2006/relationships/tags" Target="../tags/tag471.xml"/><Relationship Id="rId14" Type="http://schemas.openxmlformats.org/officeDocument/2006/relationships/tags" Target="../tags/tag470.xml"/><Relationship Id="rId13" Type="http://schemas.openxmlformats.org/officeDocument/2006/relationships/tags" Target="../tags/tag469.xml"/><Relationship Id="rId12" Type="http://schemas.openxmlformats.org/officeDocument/2006/relationships/tags" Target="../tags/tag468.xml"/><Relationship Id="rId11" Type="http://schemas.openxmlformats.org/officeDocument/2006/relationships/tags" Target="../tags/tag467.xml"/><Relationship Id="rId10" Type="http://schemas.openxmlformats.org/officeDocument/2006/relationships/tags" Target="../tags/tag466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0" Type="http://schemas.openxmlformats.org/officeDocument/2006/relationships/tags" Target="../tags/tag495.xml"/><Relationship Id="rId2" Type="http://schemas.openxmlformats.org/officeDocument/2006/relationships/tags" Target="../tags/tag477.xml"/><Relationship Id="rId19" Type="http://schemas.openxmlformats.org/officeDocument/2006/relationships/tags" Target="../tags/tag494.xml"/><Relationship Id="rId18" Type="http://schemas.openxmlformats.org/officeDocument/2006/relationships/tags" Target="../tags/tag493.xml"/><Relationship Id="rId17" Type="http://schemas.openxmlformats.org/officeDocument/2006/relationships/tags" Target="../tags/tag492.xml"/><Relationship Id="rId16" Type="http://schemas.openxmlformats.org/officeDocument/2006/relationships/tags" Target="../tags/tag491.xml"/><Relationship Id="rId15" Type="http://schemas.openxmlformats.org/officeDocument/2006/relationships/tags" Target="../tags/tag490.xml"/><Relationship Id="rId14" Type="http://schemas.openxmlformats.org/officeDocument/2006/relationships/tags" Target="../tags/tag489.xml"/><Relationship Id="rId13" Type="http://schemas.openxmlformats.org/officeDocument/2006/relationships/tags" Target="../tags/tag488.xml"/><Relationship Id="rId12" Type="http://schemas.openxmlformats.org/officeDocument/2006/relationships/tags" Target="../tags/tag487.xml"/><Relationship Id="rId11" Type="http://schemas.openxmlformats.org/officeDocument/2006/relationships/tags" Target="../tags/tag486.xml"/><Relationship Id="rId10" Type="http://schemas.openxmlformats.org/officeDocument/2006/relationships/tags" Target="../tags/tag485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503.xml"/><Relationship Id="rId8" Type="http://schemas.openxmlformats.org/officeDocument/2006/relationships/tags" Target="../tags/tag502.xml"/><Relationship Id="rId7" Type="http://schemas.openxmlformats.org/officeDocument/2006/relationships/tags" Target="../tags/tag501.xml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" Type="http://schemas.openxmlformats.org/officeDocument/2006/relationships/tags" Target="../tags/tag497.xml"/><Relationship Id="rId20" Type="http://schemas.openxmlformats.org/officeDocument/2006/relationships/tags" Target="../tags/tag514.xml"/><Relationship Id="rId2" Type="http://schemas.openxmlformats.org/officeDocument/2006/relationships/tags" Target="../tags/tag496.xml"/><Relationship Id="rId19" Type="http://schemas.openxmlformats.org/officeDocument/2006/relationships/tags" Target="../tags/tag513.xml"/><Relationship Id="rId18" Type="http://schemas.openxmlformats.org/officeDocument/2006/relationships/tags" Target="../tags/tag512.xml"/><Relationship Id="rId17" Type="http://schemas.openxmlformats.org/officeDocument/2006/relationships/tags" Target="../tags/tag511.xml"/><Relationship Id="rId16" Type="http://schemas.openxmlformats.org/officeDocument/2006/relationships/tags" Target="../tags/tag510.xml"/><Relationship Id="rId15" Type="http://schemas.openxmlformats.org/officeDocument/2006/relationships/tags" Target="../tags/tag509.xml"/><Relationship Id="rId14" Type="http://schemas.openxmlformats.org/officeDocument/2006/relationships/tags" Target="../tags/tag508.xml"/><Relationship Id="rId13" Type="http://schemas.openxmlformats.org/officeDocument/2006/relationships/tags" Target="../tags/tag507.xml"/><Relationship Id="rId12" Type="http://schemas.openxmlformats.org/officeDocument/2006/relationships/tags" Target="../tags/tag506.xml"/><Relationship Id="rId11" Type="http://schemas.openxmlformats.org/officeDocument/2006/relationships/tags" Target="../tags/tag505.xml"/><Relationship Id="rId10" Type="http://schemas.openxmlformats.org/officeDocument/2006/relationships/tags" Target="../tags/tag504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522.xml"/><Relationship Id="rId8" Type="http://schemas.openxmlformats.org/officeDocument/2006/relationships/tags" Target="../tags/tag521.xml"/><Relationship Id="rId7" Type="http://schemas.openxmlformats.org/officeDocument/2006/relationships/tags" Target="../tags/tag520.xml"/><Relationship Id="rId6" Type="http://schemas.openxmlformats.org/officeDocument/2006/relationships/tags" Target="../tags/tag519.xml"/><Relationship Id="rId5" Type="http://schemas.openxmlformats.org/officeDocument/2006/relationships/tags" Target="../tags/tag518.xml"/><Relationship Id="rId4" Type="http://schemas.openxmlformats.org/officeDocument/2006/relationships/tags" Target="../tags/tag517.xml"/><Relationship Id="rId3" Type="http://schemas.openxmlformats.org/officeDocument/2006/relationships/tags" Target="../tags/tag516.xml"/><Relationship Id="rId2" Type="http://schemas.openxmlformats.org/officeDocument/2006/relationships/tags" Target="../tags/tag515.xml"/><Relationship Id="rId17" Type="http://schemas.openxmlformats.org/officeDocument/2006/relationships/tags" Target="../tags/tag530.xml"/><Relationship Id="rId16" Type="http://schemas.openxmlformats.org/officeDocument/2006/relationships/tags" Target="../tags/tag529.xml"/><Relationship Id="rId15" Type="http://schemas.openxmlformats.org/officeDocument/2006/relationships/tags" Target="../tags/tag528.xml"/><Relationship Id="rId14" Type="http://schemas.openxmlformats.org/officeDocument/2006/relationships/tags" Target="../tags/tag527.xml"/><Relationship Id="rId13" Type="http://schemas.openxmlformats.org/officeDocument/2006/relationships/tags" Target="../tags/tag526.xml"/><Relationship Id="rId12" Type="http://schemas.openxmlformats.org/officeDocument/2006/relationships/tags" Target="../tags/tag525.xml"/><Relationship Id="rId11" Type="http://schemas.openxmlformats.org/officeDocument/2006/relationships/tags" Target="../tags/tag524.xml"/><Relationship Id="rId10" Type="http://schemas.openxmlformats.org/officeDocument/2006/relationships/tags" Target="../tags/tag523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538.xml"/><Relationship Id="rId8" Type="http://schemas.openxmlformats.org/officeDocument/2006/relationships/tags" Target="../tags/tag537.xml"/><Relationship Id="rId7" Type="http://schemas.openxmlformats.org/officeDocument/2006/relationships/tags" Target="../tags/tag536.xml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tags" Target="../tags/tag532.xml"/><Relationship Id="rId2" Type="http://schemas.openxmlformats.org/officeDocument/2006/relationships/tags" Target="../tags/tag531.xml"/><Relationship Id="rId14" Type="http://schemas.openxmlformats.org/officeDocument/2006/relationships/tags" Target="../tags/tag543.xml"/><Relationship Id="rId13" Type="http://schemas.openxmlformats.org/officeDocument/2006/relationships/tags" Target="../tags/tag542.xml"/><Relationship Id="rId12" Type="http://schemas.openxmlformats.org/officeDocument/2006/relationships/tags" Target="../tags/tag541.xml"/><Relationship Id="rId11" Type="http://schemas.openxmlformats.org/officeDocument/2006/relationships/tags" Target="../tags/tag540.xml"/><Relationship Id="rId10" Type="http://schemas.openxmlformats.org/officeDocument/2006/relationships/tags" Target="../tags/tag539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551.xml"/><Relationship Id="rId8" Type="http://schemas.openxmlformats.org/officeDocument/2006/relationships/tags" Target="../tags/tag550.xml"/><Relationship Id="rId7" Type="http://schemas.openxmlformats.org/officeDocument/2006/relationships/tags" Target="../tags/tag549.xml"/><Relationship Id="rId6" Type="http://schemas.openxmlformats.org/officeDocument/2006/relationships/tags" Target="../tags/tag548.xml"/><Relationship Id="rId5" Type="http://schemas.openxmlformats.org/officeDocument/2006/relationships/tags" Target="../tags/tag547.xml"/><Relationship Id="rId4" Type="http://schemas.openxmlformats.org/officeDocument/2006/relationships/tags" Target="../tags/tag546.xml"/><Relationship Id="rId3" Type="http://schemas.openxmlformats.org/officeDocument/2006/relationships/tags" Target="../tags/tag545.xml"/><Relationship Id="rId2" Type="http://schemas.openxmlformats.org/officeDocument/2006/relationships/tags" Target="../tags/tag544.xml"/><Relationship Id="rId18" Type="http://schemas.openxmlformats.org/officeDocument/2006/relationships/tags" Target="../tags/tag560.xml"/><Relationship Id="rId17" Type="http://schemas.openxmlformats.org/officeDocument/2006/relationships/tags" Target="../tags/tag559.xml"/><Relationship Id="rId16" Type="http://schemas.openxmlformats.org/officeDocument/2006/relationships/tags" Target="../tags/tag558.xml"/><Relationship Id="rId15" Type="http://schemas.openxmlformats.org/officeDocument/2006/relationships/tags" Target="../tags/tag557.xml"/><Relationship Id="rId14" Type="http://schemas.openxmlformats.org/officeDocument/2006/relationships/tags" Target="../tags/tag556.xml"/><Relationship Id="rId13" Type="http://schemas.openxmlformats.org/officeDocument/2006/relationships/tags" Target="../tags/tag555.xml"/><Relationship Id="rId12" Type="http://schemas.openxmlformats.org/officeDocument/2006/relationships/tags" Target="../tags/tag554.xml"/><Relationship Id="rId11" Type="http://schemas.openxmlformats.org/officeDocument/2006/relationships/tags" Target="../tags/tag553.xml"/><Relationship Id="rId10" Type="http://schemas.openxmlformats.org/officeDocument/2006/relationships/tags" Target="../tags/tag552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568.xml"/><Relationship Id="rId8" Type="http://schemas.openxmlformats.org/officeDocument/2006/relationships/tags" Target="../tags/tag567.xml"/><Relationship Id="rId7" Type="http://schemas.openxmlformats.org/officeDocument/2006/relationships/tags" Target="../tags/tag566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0" Type="http://schemas.openxmlformats.org/officeDocument/2006/relationships/tags" Target="../tags/tag579.xml"/><Relationship Id="rId2" Type="http://schemas.openxmlformats.org/officeDocument/2006/relationships/tags" Target="../tags/tag561.xml"/><Relationship Id="rId19" Type="http://schemas.openxmlformats.org/officeDocument/2006/relationships/tags" Target="../tags/tag578.xml"/><Relationship Id="rId18" Type="http://schemas.openxmlformats.org/officeDocument/2006/relationships/tags" Target="../tags/tag577.xml"/><Relationship Id="rId17" Type="http://schemas.openxmlformats.org/officeDocument/2006/relationships/tags" Target="../tags/tag576.xml"/><Relationship Id="rId16" Type="http://schemas.openxmlformats.org/officeDocument/2006/relationships/tags" Target="../tags/tag575.xml"/><Relationship Id="rId15" Type="http://schemas.openxmlformats.org/officeDocument/2006/relationships/tags" Target="../tags/tag574.xml"/><Relationship Id="rId14" Type="http://schemas.openxmlformats.org/officeDocument/2006/relationships/tags" Target="../tags/tag573.xml"/><Relationship Id="rId13" Type="http://schemas.openxmlformats.org/officeDocument/2006/relationships/tags" Target="../tags/tag572.xml"/><Relationship Id="rId12" Type="http://schemas.openxmlformats.org/officeDocument/2006/relationships/tags" Target="../tags/tag571.xml"/><Relationship Id="rId11" Type="http://schemas.openxmlformats.org/officeDocument/2006/relationships/tags" Target="../tags/tag570.xml"/><Relationship Id="rId10" Type="http://schemas.openxmlformats.org/officeDocument/2006/relationships/tags" Target="../tags/tag56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7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8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9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30238" b="4055"/>
          <a:stretch>
            <a:fillRect/>
          </a:stretch>
        </p:blipFill>
        <p:spPr>
          <a:xfrm flipH="1">
            <a:off x="0" y="409575"/>
            <a:ext cx="5142230" cy="6448425"/>
          </a:xfrm>
          <a:custGeom>
            <a:avLst/>
            <a:gdLst>
              <a:gd name="connsiteX0" fmla="*/ 3935815 w 3935815"/>
              <a:gd name="connsiteY0" fmla="*/ 0 h 4934952"/>
              <a:gd name="connsiteX1" fmla="*/ 0 w 3935815"/>
              <a:gd name="connsiteY1" fmla="*/ 0 h 4934952"/>
              <a:gd name="connsiteX2" fmla="*/ 0 w 3935815"/>
              <a:gd name="connsiteY2" fmla="*/ 4934952 h 4934952"/>
              <a:gd name="connsiteX3" fmla="*/ 3935815 w 3935815"/>
              <a:gd name="connsiteY3" fmla="*/ 4934952 h 4934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5815" h="4934952">
                <a:moveTo>
                  <a:pt x="3935815" y="0"/>
                </a:moveTo>
                <a:lnTo>
                  <a:pt x="0" y="0"/>
                </a:lnTo>
                <a:lnTo>
                  <a:pt x="0" y="4934952"/>
                </a:lnTo>
                <a:lnTo>
                  <a:pt x="3935815" y="4934952"/>
                </a:lnTo>
                <a:close/>
              </a:path>
            </a:pathLst>
          </a:custGeom>
        </p:spPr>
      </p:pic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849630" y="1651635"/>
            <a:ext cx="2080895" cy="4812665"/>
            <a:chOff x="2167" y="-9"/>
            <a:chExt cx="1405" cy="3249"/>
          </a:xfrm>
        </p:grpSpPr>
        <p:sp>
          <p:nvSpPr>
            <p:cNvPr id="14" name="Freeform 5"/>
            <p:cNvSpPr/>
            <p:nvPr>
              <p:custDataLst>
                <p:tags r:id="rId4"/>
              </p:custDataLst>
            </p:nvPr>
          </p:nvSpPr>
          <p:spPr bwMode="auto">
            <a:xfrm>
              <a:off x="2798" y="2908"/>
              <a:ext cx="161" cy="124"/>
            </a:xfrm>
            <a:custGeom>
              <a:avLst/>
              <a:gdLst>
                <a:gd name="T0" fmla="*/ 0 w 161"/>
                <a:gd name="T1" fmla="*/ 0 h 124"/>
                <a:gd name="T2" fmla="*/ 12 w 161"/>
                <a:gd name="T3" fmla="*/ 124 h 124"/>
                <a:gd name="T4" fmla="*/ 161 w 161"/>
                <a:gd name="T5" fmla="*/ 124 h 124"/>
                <a:gd name="T6" fmla="*/ 161 w 161"/>
                <a:gd name="T7" fmla="*/ 0 h 124"/>
                <a:gd name="T8" fmla="*/ 0 w 161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124">
                  <a:moveTo>
                    <a:pt x="0" y="0"/>
                  </a:moveTo>
                  <a:lnTo>
                    <a:pt x="12" y="124"/>
                  </a:lnTo>
                  <a:lnTo>
                    <a:pt x="161" y="124"/>
                  </a:ln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16" name="Freeform 6"/>
            <p:cNvSpPr/>
            <p:nvPr>
              <p:custDataLst>
                <p:tags r:id="rId5"/>
              </p:custDataLst>
            </p:nvPr>
          </p:nvSpPr>
          <p:spPr bwMode="auto">
            <a:xfrm>
              <a:off x="2372" y="2908"/>
              <a:ext cx="162" cy="124"/>
            </a:xfrm>
            <a:custGeom>
              <a:avLst/>
              <a:gdLst>
                <a:gd name="T0" fmla="*/ 0 w 162"/>
                <a:gd name="T1" fmla="*/ 0 h 124"/>
                <a:gd name="T2" fmla="*/ 19 w 162"/>
                <a:gd name="T3" fmla="*/ 124 h 124"/>
                <a:gd name="T4" fmla="*/ 151 w 162"/>
                <a:gd name="T5" fmla="*/ 124 h 124"/>
                <a:gd name="T6" fmla="*/ 162 w 162"/>
                <a:gd name="T7" fmla="*/ 0 h 124"/>
                <a:gd name="T8" fmla="*/ 0 w 162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24">
                  <a:moveTo>
                    <a:pt x="0" y="0"/>
                  </a:moveTo>
                  <a:lnTo>
                    <a:pt x="19" y="124"/>
                  </a:lnTo>
                  <a:lnTo>
                    <a:pt x="151" y="124"/>
                  </a:lnTo>
                  <a:lnTo>
                    <a:pt x="1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17" name="Freeform 7"/>
            <p:cNvSpPr/>
            <p:nvPr>
              <p:custDataLst>
                <p:tags r:id="rId6"/>
              </p:custDataLst>
            </p:nvPr>
          </p:nvSpPr>
          <p:spPr bwMode="auto">
            <a:xfrm>
              <a:off x="2792" y="2997"/>
              <a:ext cx="433" cy="243"/>
            </a:xfrm>
            <a:custGeom>
              <a:avLst/>
              <a:gdLst>
                <a:gd name="T0" fmla="*/ 9 w 663"/>
                <a:gd name="T1" fmla="*/ 0 h 372"/>
                <a:gd name="T2" fmla="*/ 0 w 663"/>
                <a:gd name="T3" fmla="*/ 372 h 372"/>
                <a:gd name="T4" fmla="*/ 620 w 663"/>
                <a:gd name="T5" fmla="*/ 372 h 372"/>
                <a:gd name="T6" fmla="*/ 490 w 663"/>
                <a:gd name="T7" fmla="*/ 205 h 372"/>
                <a:gd name="T8" fmla="*/ 269 w 663"/>
                <a:gd name="T9" fmla="*/ 0 h 372"/>
                <a:gd name="T10" fmla="*/ 9 w 663"/>
                <a:gd name="T11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3" h="372">
                  <a:moveTo>
                    <a:pt x="9" y="0"/>
                  </a:moveTo>
                  <a:cubicBezTo>
                    <a:pt x="0" y="372"/>
                    <a:pt x="0" y="372"/>
                    <a:pt x="0" y="372"/>
                  </a:cubicBezTo>
                  <a:cubicBezTo>
                    <a:pt x="0" y="372"/>
                    <a:pt x="389" y="372"/>
                    <a:pt x="620" y="372"/>
                  </a:cubicBezTo>
                  <a:cubicBezTo>
                    <a:pt x="620" y="372"/>
                    <a:pt x="663" y="292"/>
                    <a:pt x="490" y="205"/>
                  </a:cubicBezTo>
                  <a:cubicBezTo>
                    <a:pt x="347" y="133"/>
                    <a:pt x="273" y="99"/>
                    <a:pt x="269" y="0"/>
                  </a:cubicBez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" name="Freeform 8"/>
            <p:cNvSpPr/>
            <p:nvPr>
              <p:custDataLst>
                <p:tags r:id="rId7"/>
              </p:custDataLst>
            </p:nvPr>
          </p:nvSpPr>
          <p:spPr bwMode="auto">
            <a:xfrm>
              <a:off x="2272" y="1176"/>
              <a:ext cx="732" cy="1773"/>
            </a:xfrm>
            <a:custGeom>
              <a:avLst/>
              <a:gdLst>
                <a:gd name="T0" fmla="*/ 989 w 1118"/>
                <a:gd name="T1" fmla="*/ 9 h 2711"/>
                <a:gd name="T2" fmla="*/ 1026 w 1118"/>
                <a:gd name="T3" fmla="*/ 421 h 2711"/>
                <a:gd name="T4" fmla="*/ 1115 w 1118"/>
                <a:gd name="T5" fmla="*/ 2711 h 2711"/>
                <a:gd name="T6" fmla="*/ 751 w 1118"/>
                <a:gd name="T7" fmla="*/ 2711 h 2711"/>
                <a:gd name="T8" fmla="*/ 665 w 1118"/>
                <a:gd name="T9" fmla="*/ 1454 h 2711"/>
                <a:gd name="T10" fmla="*/ 609 w 1118"/>
                <a:gd name="T11" fmla="*/ 687 h 2711"/>
                <a:gd name="T12" fmla="*/ 517 w 1118"/>
                <a:gd name="T13" fmla="*/ 1430 h 2711"/>
                <a:gd name="T14" fmla="*/ 446 w 1118"/>
                <a:gd name="T15" fmla="*/ 2711 h 2711"/>
                <a:gd name="T16" fmla="*/ 116 w 1118"/>
                <a:gd name="T17" fmla="*/ 2711 h 2711"/>
                <a:gd name="T18" fmla="*/ 133 w 1118"/>
                <a:gd name="T19" fmla="*/ 1430 h 2711"/>
                <a:gd name="T20" fmla="*/ 172 w 1118"/>
                <a:gd name="T21" fmla="*/ 0 h 2711"/>
                <a:gd name="T22" fmla="*/ 989 w 1118"/>
                <a:gd name="T23" fmla="*/ 9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8" h="2711">
                  <a:moveTo>
                    <a:pt x="989" y="9"/>
                  </a:moveTo>
                  <a:cubicBezTo>
                    <a:pt x="1002" y="145"/>
                    <a:pt x="1014" y="282"/>
                    <a:pt x="1026" y="421"/>
                  </a:cubicBezTo>
                  <a:cubicBezTo>
                    <a:pt x="1090" y="1211"/>
                    <a:pt x="1118" y="1976"/>
                    <a:pt x="1115" y="2711"/>
                  </a:cubicBezTo>
                  <a:cubicBezTo>
                    <a:pt x="994" y="2711"/>
                    <a:pt x="872" y="2711"/>
                    <a:pt x="751" y="2711"/>
                  </a:cubicBezTo>
                  <a:cubicBezTo>
                    <a:pt x="751" y="2711"/>
                    <a:pt x="613" y="1926"/>
                    <a:pt x="665" y="1454"/>
                  </a:cubicBezTo>
                  <a:cubicBezTo>
                    <a:pt x="609" y="687"/>
                    <a:pt x="609" y="687"/>
                    <a:pt x="609" y="687"/>
                  </a:cubicBezTo>
                  <a:cubicBezTo>
                    <a:pt x="609" y="687"/>
                    <a:pt x="543" y="1169"/>
                    <a:pt x="517" y="1430"/>
                  </a:cubicBezTo>
                  <a:cubicBezTo>
                    <a:pt x="517" y="1430"/>
                    <a:pt x="558" y="2372"/>
                    <a:pt x="446" y="2711"/>
                  </a:cubicBezTo>
                  <a:cubicBezTo>
                    <a:pt x="116" y="2711"/>
                    <a:pt x="116" y="2711"/>
                    <a:pt x="116" y="2711"/>
                  </a:cubicBezTo>
                  <a:cubicBezTo>
                    <a:pt x="116" y="2711"/>
                    <a:pt x="0" y="1808"/>
                    <a:pt x="133" y="1430"/>
                  </a:cubicBezTo>
                  <a:cubicBezTo>
                    <a:pt x="133" y="1430"/>
                    <a:pt x="69" y="382"/>
                    <a:pt x="172" y="0"/>
                  </a:cubicBezTo>
                  <a:lnTo>
                    <a:pt x="989" y="9"/>
                  </a:lnTo>
                  <a:close/>
                </a:path>
              </a:pathLst>
            </a:custGeom>
            <a:solidFill>
              <a:srgbClr val="4E6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19" name="Freeform 9"/>
            <p:cNvSpPr/>
            <p:nvPr>
              <p:custDataLst>
                <p:tags r:id="rId8"/>
              </p:custDataLst>
            </p:nvPr>
          </p:nvSpPr>
          <p:spPr bwMode="auto">
            <a:xfrm>
              <a:off x="2313" y="3003"/>
              <a:ext cx="297" cy="237"/>
            </a:xfrm>
            <a:custGeom>
              <a:avLst/>
              <a:gdLst>
                <a:gd name="T0" fmla="*/ 325 w 454"/>
                <a:gd name="T1" fmla="*/ 0 h 363"/>
                <a:gd name="T2" fmla="*/ 420 w 454"/>
                <a:gd name="T3" fmla="*/ 363 h 363"/>
                <a:gd name="T4" fmla="*/ 14 w 454"/>
                <a:gd name="T5" fmla="*/ 363 h 363"/>
                <a:gd name="T6" fmla="*/ 113 w 454"/>
                <a:gd name="T7" fmla="*/ 0 h 363"/>
                <a:gd name="T8" fmla="*/ 325 w 454"/>
                <a:gd name="T9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4" h="363">
                  <a:moveTo>
                    <a:pt x="325" y="0"/>
                  </a:moveTo>
                  <a:cubicBezTo>
                    <a:pt x="325" y="0"/>
                    <a:pt x="454" y="125"/>
                    <a:pt x="420" y="363"/>
                  </a:cubicBezTo>
                  <a:cubicBezTo>
                    <a:pt x="14" y="363"/>
                    <a:pt x="14" y="363"/>
                    <a:pt x="14" y="363"/>
                  </a:cubicBezTo>
                  <a:cubicBezTo>
                    <a:pt x="14" y="363"/>
                    <a:pt x="0" y="138"/>
                    <a:pt x="113" y="0"/>
                  </a:cubicBezTo>
                  <a:lnTo>
                    <a:pt x="3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20" name="Freeform 10"/>
            <p:cNvSpPr/>
            <p:nvPr>
              <p:custDataLst>
                <p:tags r:id="rId9"/>
              </p:custDataLst>
            </p:nvPr>
          </p:nvSpPr>
          <p:spPr bwMode="auto">
            <a:xfrm>
              <a:off x="2816" y="3194"/>
              <a:ext cx="351" cy="6"/>
            </a:xfrm>
            <a:custGeom>
              <a:avLst/>
              <a:gdLst>
                <a:gd name="T0" fmla="*/ 4 w 537"/>
                <a:gd name="T1" fmla="*/ 9 h 9"/>
                <a:gd name="T2" fmla="*/ 533 w 537"/>
                <a:gd name="T3" fmla="*/ 9 h 9"/>
                <a:gd name="T4" fmla="*/ 537 w 537"/>
                <a:gd name="T5" fmla="*/ 5 h 9"/>
                <a:gd name="T6" fmla="*/ 533 w 537"/>
                <a:gd name="T7" fmla="*/ 0 h 9"/>
                <a:gd name="T8" fmla="*/ 4 w 537"/>
                <a:gd name="T9" fmla="*/ 0 h 9"/>
                <a:gd name="T10" fmla="*/ 0 w 537"/>
                <a:gd name="T11" fmla="*/ 5 h 9"/>
                <a:gd name="T12" fmla="*/ 4 w 537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9">
                  <a:moveTo>
                    <a:pt x="4" y="9"/>
                  </a:moveTo>
                  <a:cubicBezTo>
                    <a:pt x="533" y="9"/>
                    <a:pt x="533" y="9"/>
                    <a:pt x="533" y="9"/>
                  </a:cubicBezTo>
                  <a:cubicBezTo>
                    <a:pt x="535" y="9"/>
                    <a:pt x="537" y="7"/>
                    <a:pt x="537" y="5"/>
                  </a:cubicBezTo>
                  <a:cubicBezTo>
                    <a:pt x="537" y="2"/>
                    <a:pt x="535" y="0"/>
                    <a:pt x="53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4" y="9"/>
                  </a:cubicBezTo>
                  <a:close/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21" name="Freeform 11"/>
            <p:cNvSpPr/>
            <p:nvPr>
              <p:custDataLst>
                <p:tags r:id="rId10"/>
              </p:custDataLst>
            </p:nvPr>
          </p:nvSpPr>
          <p:spPr bwMode="auto">
            <a:xfrm>
              <a:off x="2332" y="3194"/>
              <a:ext cx="248" cy="6"/>
            </a:xfrm>
            <a:custGeom>
              <a:avLst/>
              <a:gdLst>
                <a:gd name="T0" fmla="*/ 4 w 378"/>
                <a:gd name="T1" fmla="*/ 9 h 9"/>
                <a:gd name="T2" fmla="*/ 373 w 378"/>
                <a:gd name="T3" fmla="*/ 9 h 9"/>
                <a:gd name="T4" fmla="*/ 378 w 378"/>
                <a:gd name="T5" fmla="*/ 5 h 9"/>
                <a:gd name="T6" fmla="*/ 373 w 378"/>
                <a:gd name="T7" fmla="*/ 0 h 9"/>
                <a:gd name="T8" fmla="*/ 4 w 378"/>
                <a:gd name="T9" fmla="*/ 0 h 9"/>
                <a:gd name="T10" fmla="*/ 0 w 378"/>
                <a:gd name="T11" fmla="*/ 5 h 9"/>
                <a:gd name="T12" fmla="*/ 4 w 378"/>
                <a:gd name="T1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8" h="9">
                  <a:moveTo>
                    <a:pt x="4" y="9"/>
                  </a:moveTo>
                  <a:cubicBezTo>
                    <a:pt x="373" y="9"/>
                    <a:pt x="373" y="9"/>
                    <a:pt x="373" y="9"/>
                  </a:cubicBezTo>
                  <a:cubicBezTo>
                    <a:pt x="376" y="9"/>
                    <a:pt x="378" y="7"/>
                    <a:pt x="378" y="5"/>
                  </a:cubicBezTo>
                  <a:cubicBezTo>
                    <a:pt x="378" y="2"/>
                    <a:pt x="376" y="0"/>
                    <a:pt x="37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4" y="9"/>
                  </a:cubicBezTo>
                  <a:close/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24" name="Freeform 12"/>
            <p:cNvSpPr/>
            <p:nvPr>
              <p:custDataLst>
                <p:tags r:id="rId11"/>
              </p:custDataLst>
            </p:nvPr>
          </p:nvSpPr>
          <p:spPr bwMode="auto">
            <a:xfrm>
              <a:off x="2440" y="16"/>
              <a:ext cx="444" cy="320"/>
            </a:xfrm>
            <a:custGeom>
              <a:avLst/>
              <a:gdLst>
                <a:gd name="T0" fmla="*/ 31 w 679"/>
                <a:gd name="T1" fmla="*/ 488 h 490"/>
                <a:gd name="T2" fmla="*/ 40 w 679"/>
                <a:gd name="T3" fmla="*/ 328 h 490"/>
                <a:gd name="T4" fmla="*/ 74 w 679"/>
                <a:gd name="T5" fmla="*/ 276 h 490"/>
                <a:gd name="T6" fmla="*/ 60 w 679"/>
                <a:gd name="T7" fmla="*/ 193 h 490"/>
                <a:gd name="T8" fmla="*/ 130 w 679"/>
                <a:gd name="T9" fmla="*/ 112 h 490"/>
                <a:gd name="T10" fmla="*/ 148 w 679"/>
                <a:gd name="T11" fmla="*/ 65 h 490"/>
                <a:gd name="T12" fmla="*/ 213 w 679"/>
                <a:gd name="T13" fmla="*/ 8 h 490"/>
                <a:gd name="T14" fmla="*/ 297 w 679"/>
                <a:gd name="T15" fmla="*/ 26 h 490"/>
                <a:gd name="T16" fmla="*/ 510 w 679"/>
                <a:gd name="T17" fmla="*/ 81 h 490"/>
                <a:gd name="T18" fmla="*/ 561 w 679"/>
                <a:gd name="T19" fmla="*/ 99 h 490"/>
                <a:gd name="T20" fmla="*/ 577 w 679"/>
                <a:gd name="T21" fmla="*/ 186 h 490"/>
                <a:gd name="T22" fmla="*/ 578 w 679"/>
                <a:gd name="T23" fmla="*/ 240 h 490"/>
                <a:gd name="T24" fmla="*/ 604 w 679"/>
                <a:gd name="T25" fmla="*/ 274 h 490"/>
                <a:gd name="T26" fmla="*/ 639 w 679"/>
                <a:gd name="T27" fmla="*/ 343 h 490"/>
                <a:gd name="T28" fmla="*/ 625 w 679"/>
                <a:gd name="T29" fmla="*/ 404 h 490"/>
                <a:gd name="T30" fmla="*/ 656 w 679"/>
                <a:gd name="T31" fmla="*/ 444 h 490"/>
                <a:gd name="T32" fmla="*/ 671 w 679"/>
                <a:gd name="T33" fmla="*/ 490 h 490"/>
                <a:gd name="T34" fmla="*/ 31 w 679"/>
                <a:gd name="T35" fmla="*/ 488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79" h="490">
                  <a:moveTo>
                    <a:pt x="31" y="488"/>
                  </a:moveTo>
                  <a:cubicBezTo>
                    <a:pt x="0" y="440"/>
                    <a:pt x="4" y="372"/>
                    <a:pt x="40" y="328"/>
                  </a:cubicBezTo>
                  <a:cubicBezTo>
                    <a:pt x="53" y="312"/>
                    <a:pt x="70" y="297"/>
                    <a:pt x="74" y="276"/>
                  </a:cubicBezTo>
                  <a:cubicBezTo>
                    <a:pt x="79" y="248"/>
                    <a:pt x="55" y="221"/>
                    <a:pt x="60" y="193"/>
                  </a:cubicBezTo>
                  <a:cubicBezTo>
                    <a:pt x="65" y="157"/>
                    <a:pt x="111" y="143"/>
                    <a:pt x="130" y="112"/>
                  </a:cubicBezTo>
                  <a:cubicBezTo>
                    <a:pt x="139" y="98"/>
                    <a:pt x="141" y="80"/>
                    <a:pt x="148" y="65"/>
                  </a:cubicBezTo>
                  <a:cubicBezTo>
                    <a:pt x="159" y="37"/>
                    <a:pt x="184" y="15"/>
                    <a:pt x="213" y="8"/>
                  </a:cubicBezTo>
                  <a:cubicBezTo>
                    <a:pt x="242" y="0"/>
                    <a:pt x="274" y="7"/>
                    <a:pt x="297" y="26"/>
                  </a:cubicBezTo>
                  <a:cubicBezTo>
                    <a:pt x="510" y="81"/>
                    <a:pt x="510" y="81"/>
                    <a:pt x="510" y="81"/>
                  </a:cubicBezTo>
                  <a:cubicBezTo>
                    <a:pt x="528" y="79"/>
                    <a:pt x="548" y="86"/>
                    <a:pt x="561" y="99"/>
                  </a:cubicBezTo>
                  <a:cubicBezTo>
                    <a:pt x="583" y="121"/>
                    <a:pt x="584" y="156"/>
                    <a:pt x="577" y="186"/>
                  </a:cubicBezTo>
                  <a:cubicBezTo>
                    <a:pt x="573" y="205"/>
                    <a:pt x="570" y="222"/>
                    <a:pt x="578" y="240"/>
                  </a:cubicBezTo>
                  <a:cubicBezTo>
                    <a:pt x="585" y="254"/>
                    <a:pt x="591" y="265"/>
                    <a:pt x="604" y="274"/>
                  </a:cubicBezTo>
                  <a:cubicBezTo>
                    <a:pt x="627" y="289"/>
                    <a:pt x="640" y="315"/>
                    <a:pt x="639" y="343"/>
                  </a:cubicBezTo>
                  <a:cubicBezTo>
                    <a:pt x="638" y="364"/>
                    <a:pt x="622" y="383"/>
                    <a:pt x="625" y="404"/>
                  </a:cubicBezTo>
                  <a:cubicBezTo>
                    <a:pt x="628" y="421"/>
                    <a:pt x="644" y="432"/>
                    <a:pt x="656" y="444"/>
                  </a:cubicBezTo>
                  <a:cubicBezTo>
                    <a:pt x="669" y="457"/>
                    <a:pt x="679" y="475"/>
                    <a:pt x="671" y="490"/>
                  </a:cubicBezTo>
                  <a:lnTo>
                    <a:pt x="31" y="488"/>
                  </a:lnTo>
                  <a:close/>
                </a:path>
              </a:pathLst>
            </a:custGeom>
            <a:solidFill>
              <a:srgbClr val="2919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25" name="Freeform 13"/>
            <p:cNvSpPr/>
            <p:nvPr>
              <p:custDataLst>
                <p:tags r:id="rId12"/>
              </p:custDataLst>
            </p:nvPr>
          </p:nvSpPr>
          <p:spPr bwMode="auto">
            <a:xfrm>
              <a:off x="3191" y="360"/>
              <a:ext cx="381" cy="384"/>
            </a:xfrm>
            <a:custGeom>
              <a:avLst/>
              <a:gdLst>
                <a:gd name="T0" fmla="*/ 163 w 583"/>
                <a:gd name="T1" fmla="*/ 222 h 587"/>
                <a:gd name="T2" fmla="*/ 208 w 583"/>
                <a:gd name="T3" fmla="*/ 150 h 587"/>
                <a:gd name="T4" fmla="*/ 218 w 583"/>
                <a:gd name="T5" fmla="*/ 84 h 587"/>
                <a:gd name="T6" fmla="*/ 262 w 583"/>
                <a:gd name="T7" fmla="*/ 19 h 587"/>
                <a:gd name="T8" fmla="*/ 269 w 583"/>
                <a:gd name="T9" fmla="*/ 126 h 587"/>
                <a:gd name="T10" fmla="*/ 475 w 583"/>
                <a:gd name="T11" fmla="*/ 25 h 587"/>
                <a:gd name="T12" fmla="*/ 385 w 583"/>
                <a:gd name="T13" fmla="*/ 126 h 587"/>
                <a:gd name="T14" fmla="*/ 546 w 583"/>
                <a:gd name="T15" fmla="*/ 51 h 587"/>
                <a:gd name="T16" fmla="*/ 456 w 583"/>
                <a:gd name="T17" fmla="*/ 141 h 587"/>
                <a:gd name="T18" fmla="*/ 570 w 583"/>
                <a:gd name="T19" fmla="*/ 99 h 587"/>
                <a:gd name="T20" fmla="*/ 481 w 583"/>
                <a:gd name="T21" fmla="*/ 177 h 587"/>
                <a:gd name="T22" fmla="*/ 565 w 583"/>
                <a:gd name="T23" fmla="*/ 170 h 587"/>
                <a:gd name="T24" fmla="*/ 409 w 583"/>
                <a:gd name="T25" fmla="*/ 252 h 587"/>
                <a:gd name="T26" fmla="*/ 279 w 583"/>
                <a:gd name="T27" fmla="*/ 315 h 587"/>
                <a:gd name="T28" fmla="*/ 132 w 583"/>
                <a:gd name="T29" fmla="*/ 587 h 587"/>
                <a:gd name="T30" fmla="*/ 0 w 583"/>
                <a:gd name="T31" fmla="*/ 404 h 587"/>
                <a:gd name="T32" fmla="*/ 163 w 583"/>
                <a:gd name="T33" fmla="*/ 222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3" h="587">
                  <a:moveTo>
                    <a:pt x="163" y="222"/>
                  </a:moveTo>
                  <a:cubicBezTo>
                    <a:pt x="208" y="150"/>
                    <a:pt x="208" y="150"/>
                    <a:pt x="208" y="150"/>
                  </a:cubicBezTo>
                  <a:cubicBezTo>
                    <a:pt x="208" y="150"/>
                    <a:pt x="209" y="117"/>
                    <a:pt x="218" y="84"/>
                  </a:cubicBezTo>
                  <a:cubicBezTo>
                    <a:pt x="227" y="54"/>
                    <a:pt x="245" y="12"/>
                    <a:pt x="262" y="19"/>
                  </a:cubicBezTo>
                  <a:cubicBezTo>
                    <a:pt x="285" y="29"/>
                    <a:pt x="269" y="126"/>
                    <a:pt x="269" y="126"/>
                  </a:cubicBezTo>
                  <a:cubicBezTo>
                    <a:pt x="269" y="126"/>
                    <a:pt x="453" y="0"/>
                    <a:pt x="475" y="25"/>
                  </a:cubicBezTo>
                  <a:cubicBezTo>
                    <a:pt x="493" y="45"/>
                    <a:pt x="385" y="126"/>
                    <a:pt x="385" y="126"/>
                  </a:cubicBezTo>
                  <a:cubicBezTo>
                    <a:pt x="385" y="126"/>
                    <a:pt x="523" y="29"/>
                    <a:pt x="546" y="51"/>
                  </a:cubicBezTo>
                  <a:cubicBezTo>
                    <a:pt x="565" y="69"/>
                    <a:pt x="489" y="120"/>
                    <a:pt x="456" y="141"/>
                  </a:cubicBezTo>
                  <a:cubicBezTo>
                    <a:pt x="487" y="122"/>
                    <a:pt x="560" y="81"/>
                    <a:pt x="570" y="99"/>
                  </a:cubicBezTo>
                  <a:cubicBezTo>
                    <a:pt x="583" y="120"/>
                    <a:pt x="511" y="161"/>
                    <a:pt x="481" y="177"/>
                  </a:cubicBezTo>
                  <a:cubicBezTo>
                    <a:pt x="506" y="165"/>
                    <a:pt x="558" y="143"/>
                    <a:pt x="565" y="170"/>
                  </a:cubicBezTo>
                  <a:cubicBezTo>
                    <a:pt x="572" y="197"/>
                    <a:pt x="409" y="252"/>
                    <a:pt x="409" y="252"/>
                  </a:cubicBezTo>
                  <a:cubicBezTo>
                    <a:pt x="352" y="290"/>
                    <a:pt x="279" y="315"/>
                    <a:pt x="279" y="315"/>
                  </a:cubicBezTo>
                  <a:cubicBezTo>
                    <a:pt x="132" y="587"/>
                    <a:pt x="132" y="587"/>
                    <a:pt x="132" y="587"/>
                  </a:cubicBezTo>
                  <a:cubicBezTo>
                    <a:pt x="0" y="404"/>
                    <a:pt x="0" y="404"/>
                    <a:pt x="0" y="404"/>
                  </a:cubicBezTo>
                  <a:lnTo>
                    <a:pt x="163" y="222"/>
                  </a:ln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26" name="Freeform 14"/>
            <p:cNvSpPr/>
            <p:nvPr>
              <p:custDataLst>
                <p:tags r:id="rId13"/>
              </p:custDataLst>
            </p:nvPr>
          </p:nvSpPr>
          <p:spPr bwMode="auto">
            <a:xfrm>
              <a:off x="2575" y="255"/>
              <a:ext cx="173" cy="182"/>
            </a:xfrm>
            <a:custGeom>
              <a:avLst/>
              <a:gdLst>
                <a:gd name="T0" fmla="*/ 0 w 264"/>
                <a:gd name="T1" fmla="*/ 153 h 279"/>
                <a:gd name="T2" fmla="*/ 42 w 264"/>
                <a:gd name="T3" fmla="*/ 192 h 279"/>
                <a:gd name="T4" fmla="*/ 134 w 264"/>
                <a:gd name="T5" fmla="*/ 278 h 279"/>
                <a:gd name="T6" fmla="*/ 245 w 264"/>
                <a:gd name="T7" fmla="*/ 180 h 279"/>
                <a:gd name="T8" fmla="*/ 264 w 264"/>
                <a:gd name="T9" fmla="*/ 157 h 279"/>
                <a:gd name="T10" fmla="*/ 224 w 264"/>
                <a:gd name="T11" fmla="*/ 136 h 279"/>
                <a:gd name="T12" fmla="*/ 224 w 264"/>
                <a:gd name="T13" fmla="*/ 0 h 279"/>
                <a:gd name="T14" fmla="*/ 44 w 264"/>
                <a:gd name="T15" fmla="*/ 0 h 279"/>
                <a:gd name="T16" fmla="*/ 44 w 264"/>
                <a:gd name="T17" fmla="*/ 136 h 279"/>
                <a:gd name="T18" fmla="*/ 0 w 264"/>
                <a:gd name="T19" fmla="*/ 1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4" h="279">
                  <a:moveTo>
                    <a:pt x="0" y="153"/>
                  </a:moveTo>
                  <a:cubicBezTo>
                    <a:pt x="42" y="192"/>
                    <a:pt x="42" y="192"/>
                    <a:pt x="42" y="192"/>
                  </a:cubicBezTo>
                  <a:cubicBezTo>
                    <a:pt x="68" y="216"/>
                    <a:pt x="101" y="277"/>
                    <a:pt x="134" y="278"/>
                  </a:cubicBezTo>
                  <a:cubicBezTo>
                    <a:pt x="175" y="279"/>
                    <a:pt x="216" y="213"/>
                    <a:pt x="245" y="180"/>
                  </a:cubicBezTo>
                  <a:cubicBezTo>
                    <a:pt x="264" y="157"/>
                    <a:pt x="264" y="157"/>
                    <a:pt x="264" y="157"/>
                  </a:cubicBezTo>
                  <a:cubicBezTo>
                    <a:pt x="264" y="157"/>
                    <a:pt x="224" y="153"/>
                    <a:pt x="224" y="136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4" y="151"/>
                    <a:pt x="0" y="153"/>
                    <a:pt x="0" y="153"/>
                  </a:cubicBez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27" name="Freeform 15"/>
            <p:cNvSpPr/>
            <p:nvPr>
              <p:custDataLst>
                <p:tags r:id="rId14"/>
              </p:custDataLst>
            </p:nvPr>
          </p:nvSpPr>
          <p:spPr bwMode="auto">
            <a:xfrm>
              <a:off x="2604" y="255"/>
              <a:ext cx="118" cy="90"/>
            </a:xfrm>
            <a:custGeom>
              <a:avLst/>
              <a:gdLst>
                <a:gd name="T0" fmla="*/ 0 w 180"/>
                <a:gd name="T1" fmla="*/ 0 h 138"/>
                <a:gd name="T2" fmla="*/ 0 w 180"/>
                <a:gd name="T3" fmla="*/ 25 h 138"/>
                <a:gd name="T4" fmla="*/ 20 w 180"/>
                <a:gd name="T5" fmla="*/ 55 h 138"/>
                <a:gd name="T6" fmla="*/ 180 w 180"/>
                <a:gd name="T7" fmla="*/ 92 h 138"/>
                <a:gd name="T8" fmla="*/ 180 w 180"/>
                <a:gd name="T9" fmla="*/ 0 h 138"/>
                <a:gd name="T10" fmla="*/ 0 w 180"/>
                <a:gd name="T11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0" h="138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4" y="34"/>
                    <a:pt x="11" y="44"/>
                    <a:pt x="20" y="55"/>
                  </a:cubicBezTo>
                  <a:cubicBezTo>
                    <a:pt x="87" y="138"/>
                    <a:pt x="180" y="92"/>
                    <a:pt x="180" y="92"/>
                  </a:cubicBezTo>
                  <a:cubicBezTo>
                    <a:pt x="180" y="0"/>
                    <a:pt x="180" y="0"/>
                    <a:pt x="18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66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29" name="Freeform 16"/>
            <p:cNvSpPr/>
            <p:nvPr>
              <p:custDataLst>
                <p:tags r:id="rId15"/>
              </p:custDataLst>
            </p:nvPr>
          </p:nvSpPr>
          <p:spPr bwMode="auto">
            <a:xfrm>
              <a:off x="2569" y="39"/>
              <a:ext cx="206" cy="270"/>
            </a:xfrm>
            <a:custGeom>
              <a:avLst/>
              <a:gdLst>
                <a:gd name="T0" fmla="*/ 0 w 315"/>
                <a:gd name="T1" fmla="*/ 207 h 413"/>
                <a:gd name="T2" fmla="*/ 158 w 315"/>
                <a:gd name="T3" fmla="*/ 413 h 413"/>
                <a:gd name="T4" fmla="*/ 315 w 315"/>
                <a:gd name="T5" fmla="*/ 207 h 413"/>
                <a:gd name="T6" fmla="*/ 158 w 315"/>
                <a:gd name="T7" fmla="*/ 0 h 413"/>
                <a:gd name="T8" fmla="*/ 0 w 315"/>
                <a:gd name="T9" fmla="*/ 207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13">
                  <a:moveTo>
                    <a:pt x="0" y="207"/>
                  </a:moveTo>
                  <a:cubicBezTo>
                    <a:pt x="0" y="331"/>
                    <a:pt x="89" y="413"/>
                    <a:pt x="158" y="413"/>
                  </a:cubicBezTo>
                  <a:cubicBezTo>
                    <a:pt x="218" y="413"/>
                    <a:pt x="315" y="324"/>
                    <a:pt x="315" y="207"/>
                  </a:cubicBezTo>
                  <a:cubicBezTo>
                    <a:pt x="315" y="93"/>
                    <a:pt x="245" y="0"/>
                    <a:pt x="158" y="0"/>
                  </a:cubicBezTo>
                  <a:cubicBezTo>
                    <a:pt x="71" y="0"/>
                    <a:pt x="0" y="93"/>
                    <a:pt x="0" y="207"/>
                  </a:cubicBez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2" name="Oval 1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719" y="159"/>
              <a:ext cx="14" cy="24"/>
            </a:xfrm>
            <a:prstGeom prst="ellipse">
              <a:avLst/>
            </a:prstGeom>
            <a:solidFill>
              <a:srgbClr val="33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3" name="Oval 1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638" y="159"/>
              <a:ext cx="14" cy="24"/>
            </a:xfrm>
            <a:prstGeom prst="ellipse">
              <a:avLst/>
            </a:prstGeom>
            <a:solidFill>
              <a:srgbClr val="33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4" name="Freeform 19"/>
            <p:cNvSpPr/>
            <p:nvPr>
              <p:custDataLst>
                <p:tags r:id="rId18"/>
              </p:custDataLst>
            </p:nvPr>
          </p:nvSpPr>
          <p:spPr bwMode="auto">
            <a:xfrm>
              <a:off x="2701" y="129"/>
              <a:ext cx="53" cy="20"/>
            </a:xfrm>
            <a:custGeom>
              <a:avLst/>
              <a:gdLst>
                <a:gd name="T0" fmla="*/ 77 w 81"/>
                <a:gd name="T1" fmla="*/ 14 h 30"/>
                <a:gd name="T2" fmla="*/ 73 w 81"/>
                <a:gd name="T3" fmla="*/ 11 h 30"/>
                <a:gd name="T4" fmla="*/ 69 w 81"/>
                <a:gd name="T5" fmla="*/ 8 h 30"/>
                <a:gd name="T6" fmla="*/ 60 w 81"/>
                <a:gd name="T7" fmla="*/ 4 h 30"/>
                <a:gd name="T8" fmla="*/ 42 w 81"/>
                <a:gd name="T9" fmla="*/ 0 h 30"/>
                <a:gd name="T10" fmla="*/ 23 w 81"/>
                <a:gd name="T11" fmla="*/ 2 h 30"/>
                <a:gd name="T12" fmla="*/ 5 w 81"/>
                <a:gd name="T13" fmla="*/ 9 h 30"/>
                <a:gd name="T14" fmla="*/ 2 w 81"/>
                <a:gd name="T15" fmla="*/ 22 h 30"/>
                <a:gd name="T16" fmla="*/ 12 w 81"/>
                <a:gd name="T17" fmla="*/ 26 h 30"/>
                <a:gd name="T18" fmla="*/ 13 w 81"/>
                <a:gd name="T19" fmla="*/ 26 h 30"/>
                <a:gd name="T20" fmla="*/ 27 w 81"/>
                <a:gd name="T21" fmla="*/ 23 h 30"/>
                <a:gd name="T22" fmla="*/ 40 w 81"/>
                <a:gd name="T23" fmla="*/ 23 h 30"/>
                <a:gd name="T24" fmla="*/ 54 w 81"/>
                <a:gd name="T25" fmla="*/ 25 h 30"/>
                <a:gd name="T26" fmla="*/ 61 w 81"/>
                <a:gd name="T27" fmla="*/ 26 h 30"/>
                <a:gd name="T28" fmla="*/ 67 w 81"/>
                <a:gd name="T29" fmla="*/ 29 h 30"/>
                <a:gd name="T30" fmla="*/ 69 w 81"/>
                <a:gd name="T31" fmla="*/ 29 h 30"/>
                <a:gd name="T32" fmla="*/ 80 w 81"/>
                <a:gd name="T33" fmla="*/ 23 h 30"/>
                <a:gd name="T34" fmla="*/ 77 w 81"/>
                <a:gd name="T35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1" h="30">
                  <a:moveTo>
                    <a:pt x="77" y="14"/>
                  </a:moveTo>
                  <a:cubicBezTo>
                    <a:pt x="76" y="12"/>
                    <a:pt x="75" y="12"/>
                    <a:pt x="73" y="11"/>
                  </a:cubicBezTo>
                  <a:cubicBezTo>
                    <a:pt x="72" y="10"/>
                    <a:pt x="70" y="9"/>
                    <a:pt x="69" y="8"/>
                  </a:cubicBezTo>
                  <a:cubicBezTo>
                    <a:pt x="66" y="7"/>
                    <a:pt x="63" y="5"/>
                    <a:pt x="60" y="4"/>
                  </a:cubicBezTo>
                  <a:cubicBezTo>
                    <a:pt x="54" y="2"/>
                    <a:pt x="48" y="1"/>
                    <a:pt x="42" y="0"/>
                  </a:cubicBezTo>
                  <a:cubicBezTo>
                    <a:pt x="35" y="0"/>
                    <a:pt x="29" y="0"/>
                    <a:pt x="23" y="2"/>
                  </a:cubicBezTo>
                  <a:cubicBezTo>
                    <a:pt x="16" y="3"/>
                    <a:pt x="10" y="6"/>
                    <a:pt x="5" y="9"/>
                  </a:cubicBezTo>
                  <a:cubicBezTo>
                    <a:pt x="1" y="12"/>
                    <a:pt x="0" y="18"/>
                    <a:pt x="2" y="22"/>
                  </a:cubicBezTo>
                  <a:cubicBezTo>
                    <a:pt x="4" y="25"/>
                    <a:pt x="8" y="26"/>
                    <a:pt x="12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7" y="25"/>
                    <a:pt x="22" y="24"/>
                    <a:pt x="27" y="23"/>
                  </a:cubicBezTo>
                  <a:cubicBezTo>
                    <a:pt x="31" y="23"/>
                    <a:pt x="36" y="22"/>
                    <a:pt x="40" y="23"/>
                  </a:cubicBezTo>
                  <a:cubicBezTo>
                    <a:pt x="45" y="23"/>
                    <a:pt x="50" y="24"/>
                    <a:pt x="54" y="25"/>
                  </a:cubicBezTo>
                  <a:cubicBezTo>
                    <a:pt x="56" y="25"/>
                    <a:pt x="59" y="26"/>
                    <a:pt x="61" y="26"/>
                  </a:cubicBezTo>
                  <a:cubicBezTo>
                    <a:pt x="63" y="27"/>
                    <a:pt x="66" y="28"/>
                    <a:pt x="67" y="29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74" y="30"/>
                    <a:pt x="79" y="28"/>
                    <a:pt x="80" y="23"/>
                  </a:cubicBezTo>
                  <a:cubicBezTo>
                    <a:pt x="81" y="19"/>
                    <a:pt x="80" y="16"/>
                    <a:pt x="77" y="14"/>
                  </a:cubicBezTo>
                  <a:close/>
                </a:path>
              </a:pathLst>
            </a:custGeom>
            <a:solidFill>
              <a:srgbClr val="2919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5" name="Freeform 20"/>
            <p:cNvSpPr/>
            <p:nvPr>
              <p:custDataLst>
                <p:tags r:id="rId19"/>
              </p:custDataLst>
            </p:nvPr>
          </p:nvSpPr>
          <p:spPr bwMode="auto">
            <a:xfrm>
              <a:off x="2612" y="128"/>
              <a:ext cx="53" cy="21"/>
            </a:xfrm>
            <a:custGeom>
              <a:avLst/>
              <a:gdLst>
                <a:gd name="T0" fmla="*/ 14 w 81"/>
                <a:gd name="T1" fmla="*/ 30 h 31"/>
                <a:gd name="T2" fmla="*/ 21 w 81"/>
                <a:gd name="T3" fmla="*/ 28 h 31"/>
                <a:gd name="T4" fmla="*/ 28 w 81"/>
                <a:gd name="T5" fmla="*/ 26 h 31"/>
                <a:gd name="T6" fmla="*/ 41 w 81"/>
                <a:gd name="T7" fmla="*/ 24 h 31"/>
                <a:gd name="T8" fmla="*/ 55 w 81"/>
                <a:gd name="T9" fmla="*/ 25 h 31"/>
                <a:gd name="T10" fmla="*/ 69 w 81"/>
                <a:gd name="T11" fmla="*/ 27 h 31"/>
                <a:gd name="T12" fmla="*/ 70 w 81"/>
                <a:gd name="T13" fmla="*/ 27 h 31"/>
                <a:gd name="T14" fmla="*/ 80 w 81"/>
                <a:gd name="T15" fmla="*/ 19 h 31"/>
                <a:gd name="T16" fmla="*/ 77 w 81"/>
                <a:gd name="T17" fmla="*/ 10 h 31"/>
                <a:gd name="T18" fmla="*/ 59 w 81"/>
                <a:gd name="T19" fmla="*/ 3 h 31"/>
                <a:gd name="T20" fmla="*/ 50 w 81"/>
                <a:gd name="T21" fmla="*/ 1 h 31"/>
                <a:gd name="T22" fmla="*/ 40 w 81"/>
                <a:gd name="T23" fmla="*/ 1 h 31"/>
                <a:gd name="T24" fmla="*/ 21 w 81"/>
                <a:gd name="T25" fmla="*/ 5 h 31"/>
                <a:gd name="T26" fmla="*/ 13 w 81"/>
                <a:gd name="T27" fmla="*/ 9 h 31"/>
                <a:gd name="T28" fmla="*/ 4 w 81"/>
                <a:gd name="T29" fmla="*/ 15 h 31"/>
                <a:gd name="T30" fmla="*/ 4 w 81"/>
                <a:gd name="T31" fmla="*/ 27 h 31"/>
                <a:gd name="T32" fmla="*/ 12 w 81"/>
                <a:gd name="T33" fmla="*/ 30 h 31"/>
                <a:gd name="T34" fmla="*/ 14 w 81"/>
                <a:gd name="T3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1" h="31">
                  <a:moveTo>
                    <a:pt x="14" y="30"/>
                  </a:moveTo>
                  <a:cubicBezTo>
                    <a:pt x="16" y="29"/>
                    <a:pt x="19" y="28"/>
                    <a:pt x="21" y="28"/>
                  </a:cubicBezTo>
                  <a:cubicBezTo>
                    <a:pt x="23" y="27"/>
                    <a:pt x="25" y="27"/>
                    <a:pt x="28" y="26"/>
                  </a:cubicBezTo>
                  <a:cubicBezTo>
                    <a:pt x="32" y="25"/>
                    <a:pt x="37" y="24"/>
                    <a:pt x="41" y="24"/>
                  </a:cubicBezTo>
                  <a:cubicBezTo>
                    <a:pt x="46" y="24"/>
                    <a:pt x="51" y="24"/>
                    <a:pt x="55" y="25"/>
                  </a:cubicBezTo>
                  <a:cubicBezTo>
                    <a:pt x="60" y="25"/>
                    <a:pt x="64" y="26"/>
                    <a:pt x="69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5" y="27"/>
                    <a:pt x="80" y="24"/>
                    <a:pt x="80" y="19"/>
                  </a:cubicBezTo>
                  <a:cubicBezTo>
                    <a:pt x="81" y="16"/>
                    <a:pt x="79" y="12"/>
                    <a:pt x="77" y="10"/>
                  </a:cubicBezTo>
                  <a:cubicBezTo>
                    <a:pt x="71" y="7"/>
                    <a:pt x="66" y="4"/>
                    <a:pt x="59" y="3"/>
                  </a:cubicBezTo>
                  <a:cubicBezTo>
                    <a:pt x="56" y="2"/>
                    <a:pt x="53" y="1"/>
                    <a:pt x="50" y="1"/>
                  </a:cubicBezTo>
                  <a:cubicBezTo>
                    <a:pt x="46" y="1"/>
                    <a:pt x="43" y="0"/>
                    <a:pt x="40" y="1"/>
                  </a:cubicBezTo>
                  <a:cubicBezTo>
                    <a:pt x="34" y="1"/>
                    <a:pt x="27" y="2"/>
                    <a:pt x="21" y="5"/>
                  </a:cubicBezTo>
                  <a:cubicBezTo>
                    <a:pt x="18" y="6"/>
                    <a:pt x="15" y="7"/>
                    <a:pt x="13" y="9"/>
                  </a:cubicBezTo>
                  <a:cubicBezTo>
                    <a:pt x="10" y="11"/>
                    <a:pt x="7" y="12"/>
                    <a:pt x="4" y="15"/>
                  </a:cubicBezTo>
                  <a:cubicBezTo>
                    <a:pt x="1" y="18"/>
                    <a:pt x="0" y="23"/>
                    <a:pt x="4" y="27"/>
                  </a:cubicBezTo>
                  <a:cubicBezTo>
                    <a:pt x="6" y="30"/>
                    <a:pt x="9" y="31"/>
                    <a:pt x="12" y="30"/>
                  </a:cubicBezTo>
                  <a:lnTo>
                    <a:pt x="14" y="30"/>
                  </a:lnTo>
                  <a:close/>
                </a:path>
              </a:pathLst>
            </a:custGeom>
            <a:solidFill>
              <a:srgbClr val="2919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6" name="Freeform 21"/>
            <p:cNvSpPr/>
            <p:nvPr>
              <p:custDataLst>
                <p:tags r:id="rId20"/>
              </p:custDataLst>
            </p:nvPr>
          </p:nvSpPr>
          <p:spPr bwMode="auto">
            <a:xfrm>
              <a:off x="2656" y="237"/>
              <a:ext cx="53" cy="21"/>
            </a:xfrm>
            <a:custGeom>
              <a:avLst/>
              <a:gdLst>
                <a:gd name="T0" fmla="*/ 5 w 81"/>
                <a:gd name="T1" fmla="*/ 14 h 33"/>
                <a:gd name="T2" fmla="*/ 41 w 81"/>
                <a:gd name="T3" fmla="*/ 33 h 33"/>
                <a:gd name="T4" fmla="*/ 76 w 81"/>
                <a:gd name="T5" fmla="*/ 14 h 33"/>
                <a:gd name="T6" fmla="*/ 67 w 81"/>
                <a:gd name="T7" fmla="*/ 3 h 33"/>
                <a:gd name="T8" fmla="*/ 41 w 81"/>
                <a:gd name="T9" fmla="*/ 6 h 33"/>
                <a:gd name="T10" fmla="*/ 14 w 81"/>
                <a:gd name="T11" fmla="*/ 3 h 33"/>
                <a:gd name="T12" fmla="*/ 5 w 81"/>
                <a:gd name="T13" fmla="*/ 1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33">
                  <a:moveTo>
                    <a:pt x="5" y="14"/>
                  </a:moveTo>
                  <a:cubicBezTo>
                    <a:pt x="11" y="25"/>
                    <a:pt x="25" y="33"/>
                    <a:pt x="41" y="33"/>
                  </a:cubicBezTo>
                  <a:cubicBezTo>
                    <a:pt x="56" y="33"/>
                    <a:pt x="70" y="25"/>
                    <a:pt x="76" y="14"/>
                  </a:cubicBezTo>
                  <a:cubicBezTo>
                    <a:pt x="81" y="6"/>
                    <a:pt x="77" y="0"/>
                    <a:pt x="67" y="3"/>
                  </a:cubicBezTo>
                  <a:cubicBezTo>
                    <a:pt x="59" y="5"/>
                    <a:pt x="50" y="6"/>
                    <a:pt x="41" y="6"/>
                  </a:cubicBezTo>
                  <a:cubicBezTo>
                    <a:pt x="31" y="6"/>
                    <a:pt x="22" y="5"/>
                    <a:pt x="14" y="3"/>
                  </a:cubicBezTo>
                  <a:cubicBezTo>
                    <a:pt x="4" y="0"/>
                    <a:pt x="0" y="6"/>
                    <a:pt x="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7" name="Oval 22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718" y="192"/>
              <a:ext cx="41" cy="23"/>
            </a:xfrm>
            <a:prstGeom prst="ellipse">
              <a:avLst/>
            </a:prstGeom>
            <a:solidFill>
              <a:srgbClr val="F48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8" name="Oval 23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607" y="192"/>
              <a:ext cx="40" cy="23"/>
            </a:xfrm>
            <a:prstGeom prst="ellipse">
              <a:avLst/>
            </a:prstGeom>
            <a:solidFill>
              <a:srgbClr val="F48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39" name="Freeform 24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2672" y="153"/>
              <a:ext cx="21" cy="62"/>
            </a:xfrm>
            <a:custGeom>
              <a:avLst/>
              <a:gdLst>
                <a:gd name="T0" fmla="*/ 4 w 32"/>
                <a:gd name="T1" fmla="*/ 91 h 94"/>
                <a:gd name="T2" fmla="*/ 1 w 32"/>
                <a:gd name="T3" fmla="*/ 85 h 94"/>
                <a:gd name="T4" fmla="*/ 6 w 32"/>
                <a:gd name="T5" fmla="*/ 82 h 94"/>
                <a:gd name="T6" fmla="*/ 23 w 32"/>
                <a:gd name="T7" fmla="*/ 85 h 94"/>
                <a:gd name="T8" fmla="*/ 11 w 32"/>
                <a:gd name="T9" fmla="*/ 6 h 94"/>
                <a:gd name="T10" fmla="*/ 14 w 32"/>
                <a:gd name="T11" fmla="*/ 1 h 94"/>
                <a:gd name="T12" fmla="*/ 19 w 32"/>
                <a:gd name="T13" fmla="*/ 4 h 94"/>
                <a:gd name="T14" fmla="*/ 32 w 32"/>
                <a:gd name="T15" fmla="*/ 87 h 94"/>
                <a:gd name="T16" fmla="*/ 29 w 32"/>
                <a:gd name="T17" fmla="*/ 92 h 94"/>
                <a:gd name="T18" fmla="*/ 21 w 32"/>
                <a:gd name="T19" fmla="*/ 94 h 94"/>
                <a:gd name="T20" fmla="*/ 4 w 32"/>
                <a:gd name="T21" fmla="*/ 91 h 94"/>
                <a:gd name="T22" fmla="*/ 23 w 32"/>
                <a:gd name="T23" fmla="*/ 86 h 94"/>
                <a:gd name="T24" fmla="*/ 23 w 32"/>
                <a:gd name="T25" fmla="*/ 8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94">
                  <a:moveTo>
                    <a:pt x="4" y="91"/>
                  </a:moveTo>
                  <a:cubicBezTo>
                    <a:pt x="1" y="90"/>
                    <a:pt x="0" y="88"/>
                    <a:pt x="1" y="85"/>
                  </a:cubicBezTo>
                  <a:cubicBezTo>
                    <a:pt x="1" y="83"/>
                    <a:pt x="4" y="81"/>
                    <a:pt x="6" y="82"/>
                  </a:cubicBezTo>
                  <a:cubicBezTo>
                    <a:pt x="13" y="84"/>
                    <a:pt x="20" y="85"/>
                    <a:pt x="23" y="85"/>
                  </a:cubicBezTo>
                  <a:cubicBezTo>
                    <a:pt x="23" y="72"/>
                    <a:pt x="14" y="24"/>
                    <a:pt x="11" y="6"/>
                  </a:cubicBezTo>
                  <a:cubicBezTo>
                    <a:pt x="10" y="3"/>
                    <a:pt x="12" y="1"/>
                    <a:pt x="14" y="1"/>
                  </a:cubicBezTo>
                  <a:cubicBezTo>
                    <a:pt x="16" y="0"/>
                    <a:pt x="19" y="2"/>
                    <a:pt x="19" y="4"/>
                  </a:cubicBezTo>
                  <a:cubicBezTo>
                    <a:pt x="20" y="7"/>
                    <a:pt x="32" y="73"/>
                    <a:pt x="32" y="87"/>
                  </a:cubicBezTo>
                  <a:cubicBezTo>
                    <a:pt x="32" y="89"/>
                    <a:pt x="31" y="91"/>
                    <a:pt x="29" y="92"/>
                  </a:cubicBezTo>
                  <a:cubicBezTo>
                    <a:pt x="27" y="93"/>
                    <a:pt x="24" y="94"/>
                    <a:pt x="21" y="94"/>
                  </a:cubicBezTo>
                  <a:cubicBezTo>
                    <a:pt x="15" y="94"/>
                    <a:pt x="8" y="92"/>
                    <a:pt x="4" y="91"/>
                  </a:cubicBezTo>
                  <a:close/>
                  <a:moveTo>
                    <a:pt x="23" y="86"/>
                  </a:moveTo>
                  <a:cubicBezTo>
                    <a:pt x="23" y="86"/>
                    <a:pt x="23" y="86"/>
                    <a:pt x="23" y="86"/>
                  </a:cubicBezTo>
                  <a:close/>
                </a:path>
              </a:pathLst>
            </a:custGeom>
            <a:solidFill>
              <a:srgbClr val="B75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0" name="Freeform 25"/>
            <p:cNvSpPr/>
            <p:nvPr>
              <p:custDataLst>
                <p:tags r:id="rId24"/>
              </p:custDataLst>
            </p:nvPr>
          </p:nvSpPr>
          <p:spPr bwMode="auto">
            <a:xfrm>
              <a:off x="3456" y="471"/>
              <a:ext cx="57" cy="27"/>
            </a:xfrm>
            <a:custGeom>
              <a:avLst/>
              <a:gdLst>
                <a:gd name="T0" fmla="*/ 6 w 86"/>
                <a:gd name="T1" fmla="*/ 42 h 42"/>
                <a:gd name="T2" fmla="*/ 7 w 86"/>
                <a:gd name="T3" fmla="*/ 42 h 42"/>
                <a:gd name="T4" fmla="*/ 83 w 86"/>
                <a:gd name="T5" fmla="*/ 9 h 42"/>
                <a:gd name="T6" fmla="*/ 85 w 86"/>
                <a:gd name="T7" fmla="*/ 3 h 42"/>
                <a:gd name="T8" fmla="*/ 80 w 86"/>
                <a:gd name="T9" fmla="*/ 1 h 42"/>
                <a:gd name="T10" fmla="*/ 4 w 86"/>
                <a:gd name="T11" fmla="*/ 34 h 42"/>
                <a:gd name="T12" fmla="*/ 1 w 86"/>
                <a:gd name="T13" fmla="*/ 40 h 42"/>
                <a:gd name="T14" fmla="*/ 6 w 86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42">
                  <a:moveTo>
                    <a:pt x="6" y="42"/>
                  </a:moveTo>
                  <a:cubicBezTo>
                    <a:pt x="6" y="42"/>
                    <a:pt x="7" y="42"/>
                    <a:pt x="7" y="42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5" y="8"/>
                    <a:pt x="86" y="5"/>
                    <a:pt x="85" y="3"/>
                  </a:cubicBezTo>
                  <a:cubicBezTo>
                    <a:pt x="84" y="1"/>
                    <a:pt x="82" y="0"/>
                    <a:pt x="80" y="1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2" y="35"/>
                    <a:pt x="0" y="37"/>
                    <a:pt x="1" y="40"/>
                  </a:cubicBezTo>
                  <a:cubicBezTo>
                    <a:pt x="2" y="41"/>
                    <a:pt x="4" y="42"/>
                    <a:pt x="6" y="42"/>
                  </a:cubicBezTo>
                  <a:close/>
                </a:path>
              </a:pathLst>
            </a:custGeom>
            <a:solidFill>
              <a:srgbClr val="C97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1" name="Freeform 26"/>
            <p:cNvSpPr/>
            <p:nvPr>
              <p:custDataLst>
                <p:tags r:id="rId25"/>
              </p:custDataLst>
            </p:nvPr>
          </p:nvSpPr>
          <p:spPr bwMode="auto">
            <a:xfrm>
              <a:off x="3447" y="447"/>
              <a:ext cx="49" cy="27"/>
            </a:xfrm>
            <a:custGeom>
              <a:avLst/>
              <a:gdLst>
                <a:gd name="T0" fmla="*/ 6 w 75"/>
                <a:gd name="T1" fmla="*/ 41 h 41"/>
                <a:gd name="T2" fmla="*/ 8 w 75"/>
                <a:gd name="T3" fmla="*/ 41 h 41"/>
                <a:gd name="T4" fmla="*/ 72 w 75"/>
                <a:gd name="T5" fmla="*/ 9 h 41"/>
                <a:gd name="T6" fmla="*/ 74 w 75"/>
                <a:gd name="T7" fmla="*/ 3 h 41"/>
                <a:gd name="T8" fmla="*/ 68 w 75"/>
                <a:gd name="T9" fmla="*/ 1 h 41"/>
                <a:gd name="T10" fmla="*/ 4 w 75"/>
                <a:gd name="T11" fmla="*/ 33 h 41"/>
                <a:gd name="T12" fmla="*/ 2 w 75"/>
                <a:gd name="T13" fmla="*/ 39 h 41"/>
                <a:gd name="T14" fmla="*/ 6 w 75"/>
                <a:gd name="T1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5" h="41">
                  <a:moveTo>
                    <a:pt x="6" y="41"/>
                  </a:moveTo>
                  <a:cubicBezTo>
                    <a:pt x="6" y="41"/>
                    <a:pt x="7" y="41"/>
                    <a:pt x="8" y="41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4" y="8"/>
                    <a:pt x="75" y="5"/>
                    <a:pt x="74" y="3"/>
                  </a:cubicBezTo>
                  <a:cubicBezTo>
                    <a:pt x="73" y="1"/>
                    <a:pt x="70" y="0"/>
                    <a:pt x="68" y="1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1" y="34"/>
                    <a:pt x="0" y="36"/>
                    <a:pt x="2" y="39"/>
                  </a:cubicBezTo>
                  <a:cubicBezTo>
                    <a:pt x="2" y="40"/>
                    <a:pt x="4" y="41"/>
                    <a:pt x="6" y="41"/>
                  </a:cubicBezTo>
                  <a:close/>
                </a:path>
              </a:pathLst>
            </a:custGeom>
            <a:solidFill>
              <a:srgbClr val="C97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2" name="Freeform 27"/>
            <p:cNvSpPr/>
            <p:nvPr>
              <p:custDataLst>
                <p:tags r:id="rId26"/>
              </p:custDataLst>
            </p:nvPr>
          </p:nvSpPr>
          <p:spPr bwMode="auto">
            <a:xfrm>
              <a:off x="3428" y="429"/>
              <a:ext cx="34" cy="23"/>
            </a:xfrm>
            <a:custGeom>
              <a:avLst/>
              <a:gdLst>
                <a:gd name="T0" fmla="*/ 5 w 52"/>
                <a:gd name="T1" fmla="*/ 35 h 35"/>
                <a:gd name="T2" fmla="*/ 7 w 52"/>
                <a:gd name="T3" fmla="*/ 35 h 35"/>
                <a:gd name="T4" fmla="*/ 49 w 52"/>
                <a:gd name="T5" fmla="*/ 9 h 35"/>
                <a:gd name="T6" fmla="*/ 50 w 52"/>
                <a:gd name="T7" fmla="*/ 3 h 35"/>
                <a:gd name="T8" fmla="*/ 44 w 52"/>
                <a:gd name="T9" fmla="*/ 2 h 35"/>
                <a:gd name="T10" fmla="*/ 2 w 52"/>
                <a:gd name="T11" fmla="*/ 27 h 35"/>
                <a:gd name="T12" fmla="*/ 1 w 52"/>
                <a:gd name="T13" fmla="*/ 33 h 35"/>
                <a:gd name="T14" fmla="*/ 5 w 52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35">
                  <a:moveTo>
                    <a:pt x="5" y="35"/>
                  </a:moveTo>
                  <a:cubicBezTo>
                    <a:pt x="5" y="35"/>
                    <a:pt x="6" y="35"/>
                    <a:pt x="7" y="35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51" y="8"/>
                    <a:pt x="52" y="5"/>
                    <a:pt x="50" y="3"/>
                  </a:cubicBezTo>
                  <a:cubicBezTo>
                    <a:pt x="49" y="1"/>
                    <a:pt x="46" y="0"/>
                    <a:pt x="44" y="2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0" y="28"/>
                    <a:pt x="0" y="31"/>
                    <a:pt x="1" y="33"/>
                  </a:cubicBezTo>
                  <a:cubicBezTo>
                    <a:pt x="2" y="35"/>
                    <a:pt x="3" y="35"/>
                    <a:pt x="5" y="35"/>
                  </a:cubicBezTo>
                  <a:close/>
                </a:path>
              </a:pathLst>
            </a:custGeom>
            <a:solidFill>
              <a:srgbClr val="C97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3" name="Freeform 28"/>
            <p:cNvSpPr/>
            <p:nvPr>
              <p:custDataLst>
                <p:tags r:id="rId27"/>
              </p:custDataLst>
            </p:nvPr>
          </p:nvSpPr>
          <p:spPr bwMode="auto">
            <a:xfrm>
              <a:off x="2610" y="-9"/>
              <a:ext cx="229" cy="140"/>
            </a:xfrm>
            <a:custGeom>
              <a:avLst/>
              <a:gdLst>
                <a:gd name="T0" fmla="*/ 20 w 351"/>
                <a:gd name="T1" fmla="*/ 49 h 214"/>
                <a:gd name="T2" fmla="*/ 104 w 351"/>
                <a:gd name="T3" fmla="*/ 181 h 214"/>
                <a:gd name="T4" fmla="*/ 331 w 351"/>
                <a:gd name="T5" fmla="*/ 163 h 214"/>
                <a:gd name="T6" fmla="*/ 195 w 351"/>
                <a:gd name="T7" fmla="*/ 33 h 214"/>
                <a:gd name="T8" fmla="*/ 20 w 351"/>
                <a:gd name="T9" fmla="*/ 49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214">
                  <a:moveTo>
                    <a:pt x="20" y="49"/>
                  </a:moveTo>
                  <a:cubicBezTo>
                    <a:pt x="0" y="89"/>
                    <a:pt x="38" y="148"/>
                    <a:pt x="104" y="181"/>
                  </a:cubicBezTo>
                  <a:cubicBezTo>
                    <a:pt x="170" y="214"/>
                    <a:pt x="312" y="203"/>
                    <a:pt x="331" y="163"/>
                  </a:cubicBezTo>
                  <a:cubicBezTo>
                    <a:pt x="351" y="123"/>
                    <a:pt x="261" y="66"/>
                    <a:pt x="195" y="33"/>
                  </a:cubicBezTo>
                  <a:cubicBezTo>
                    <a:pt x="129" y="0"/>
                    <a:pt x="40" y="9"/>
                    <a:pt x="20" y="49"/>
                  </a:cubicBezTo>
                  <a:close/>
                </a:path>
              </a:pathLst>
            </a:custGeom>
            <a:solidFill>
              <a:srgbClr val="2919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4" name="Freeform 29"/>
            <p:cNvSpPr/>
            <p:nvPr>
              <p:custDataLst>
                <p:tags r:id="rId28"/>
              </p:custDataLst>
            </p:nvPr>
          </p:nvSpPr>
          <p:spPr bwMode="auto">
            <a:xfrm>
              <a:off x="2556" y="46"/>
              <a:ext cx="88" cy="115"/>
            </a:xfrm>
            <a:custGeom>
              <a:avLst/>
              <a:gdLst>
                <a:gd name="T0" fmla="*/ 15 w 134"/>
                <a:gd name="T1" fmla="*/ 165 h 175"/>
                <a:gd name="T2" fmla="*/ 94 w 134"/>
                <a:gd name="T3" fmla="*/ 106 h 175"/>
                <a:gd name="T4" fmla="*/ 119 w 134"/>
                <a:gd name="T5" fmla="*/ 10 h 175"/>
                <a:gd name="T6" fmla="*/ 39 w 134"/>
                <a:gd name="T7" fmla="*/ 69 h 175"/>
                <a:gd name="T8" fmla="*/ 15 w 134"/>
                <a:gd name="T9" fmla="*/ 16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175">
                  <a:moveTo>
                    <a:pt x="15" y="165"/>
                  </a:moveTo>
                  <a:cubicBezTo>
                    <a:pt x="31" y="175"/>
                    <a:pt x="66" y="149"/>
                    <a:pt x="94" y="106"/>
                  </a:cubicBezTo>
                  <a:cubicBezTo>
                    <a:pt x="123" y="63"/>
                    <a:pt x="134" y="20"/>
                    <a:pt x="119" y="10"/>
                  </a:cubicBezTo>
                  <a:cubicBezTo>
                    <a:pt x="103" y="0"/>
                    <a:pt x="68" y="26"/>
                    <a:pt x="39" y="69"/>
                  </a:cubicBezTo>
                  <a:cubicBezTo>
                    <a:pt x="11" y="112"/>
                    <a:pt x="0" y="155"/>
                    <a:pt x="15" y="165"/>
                  </a:cubicBezTo>
                  <a:close/>
                </a:path>
              </a:pathLst>
            </a:custGeom>
            <a:solidFill>
              <a:srgbClr val="2919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5" name="Freeform 30"/>
            <p:cNvSpPr/>
            <p:nvPr>
              <p:custDataLst>
                <p:tags r:id="rId29"/>
              </p:custDataLst>
            </p:nvPr>
          </p:nvSpPr>
          <p:spPr bwMode="auto">
            <a:xfrm>
              <a:off x="2537" y="146"/>
              <a:ext cx="54" cy="74"/>
            </a:xfrm>
            <a:custGeom>
              <a:avLst/>
              <a:gdLst>
                <a:gd name="T0" fmla="*/ 6 w 83"/>
                <a:gd name="T1" fmla="*/ 64 h 114"/>
                <a:gd name="T2" fmla="*/ 53 w 83"/>
                <a:gd name="T3" fmla="*/ 109 h 114"/>
                <a:gd name="T4" fmla="*/ 77 w 83"/>
                <a:gd name="T5" fmla="*/ 49 h 114"/>
                <a:gd name="T6" fmla="*/ 30 w 83"/>
                <a:gd name="T7" fmla="*/ 4 h 114"/>
                <a:gd name="T8" fmla="*/ 6 w 83"/>
                <a:gd name="T9" fmla="*/ 6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14">
                  <a:moveTo>
                    <a:pt x="6" y="64"/>
                  </a:moveTo>
                  <a:cubicBezTo>
                    <a:pt x="12" y="93"/>
                    <a:pt x="33" y="114"/>
                    <a:pt x="53" y="109"/>
                  </a:cubicBezTo>
                  <a:cubicBezTo>
                    <a:pt x="72" y="105"/>
                    <a:pt x="83" y="78"/>
                    <a:pt x="77" y="49"/>
                  </a:cubicBezTo>
                  <a:cubicBezTo>
                    <a:pt x="71" y="20"/>
                    <a:pt x="50" y="0"/>
                    <a:pt x="30" y="4"/>
                  </a:cubicBezTo>
                  <a:cubicBezTo>
                    <a:pt x="11" y="8"/>
                    <a:pt x="0" y="35"/>
                    <a:pt x="6" y="64"/>
                  </a:cubicBez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6" name="Freeform 31"/>
            <p:cNvSpPr/>
            <p:nvPr>
              <p:custDataLst>
                <p:tags r:id="rId30"/>
              </p:custDataLst>
            </p:nvPr>
          </p:nvSpPr>
          <p:spPr bwMode="auto">
            <a:xfrm>
              <a:off x="2548" y="166"/>
              <a:ext cx="27" cy="15"/>
            </a:xfrm>
            <a:custGeom>
              <a:avLst/>
              <a:gdLst>
                <a:gd name="T0" fmla="*/ 37 w 42"/>
                <a:gd name="T1" fmla="*/ 22 h 22"/>
                <a:gd name="T2" fmla="*/ 38 w 42"/>
                <a:gd name="T3" fmla="*/ 22 h 22"/>
                <a:gd name="T4" fmla="*/ 41 w 42"/>
                <a:gd name="T5" fmla="*/ 16 h 22"/>
                <a:gd name="T6" fmla="*/ 25 w 42"/>
                <a:gd name="T7" fmla="*/ 2 h 22"/>
                <a:gd name="T8" fmla="*/ 1 w 42"/>
                <a:gd name="T9" fmla="*/ 11 h 22"/>
                <a:gd name="T10" fmla="*/ 2 w 42"/>
                <a:gd name="T11" fmla="*/ 17 h 22"/>
                <a:gd name="T12" fmla="*/ 8 w 42"/>
                <a:gd name="T13" fmla="*/ 17 h 22"/>
                <a:gd name="T14" fmla="*/ 23 w 42"/>
                <a:gd name="T15" fmla="*/ 11 h 22"/>
                <a:gd name="T16" fmla="*/ 33 w 42"/>
                <a:gd name="T17" fmla="*/ 19 h 22"/>
                <a:gd name="T18" fmla="*/ 37 w 42"/>
                <a:gd name="T19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22">
                  <a:moveTo>
                    <a:pt x="37" y="22"/>
                  </a:moveTo>
                  <a:cubicBezTo>
                    <a:pt x="37" y="22"/>
                    <a:pt x="38" y="22"/>
                    <a:pt x="38" y="22"/>
                  </a:cubicBezTo>
                  <a:cubicBezTo>
                    <a:pt x="41" y="21"/>
                    <a:pt x="42" y="19"/>
                    <a:pt x="41" y="16"/>
                  </a:cubicBezTo>
                  <a:cubicBezTo>
                    <a:pt x="40" y="9"/>
                    <a:pt x="33" y="4"/>
                    <a:pt x="25" y="2"/>
                  </a:cubicBezTo>
                  <a:cubicBezTo>
                    <a:pt x="17" y="0"/>
                    <a:pt x="8" y="3"/>
                    <a:pt x="1" y="11"/>
                  </a:cubicBezTo>
                  <a:cubicBezTo>
                    <a:pt x="0" y="13"/>
                    <a:pt x="0" y="16"/>
                    <a:pt x="2" y="17"/>
                  </a:cubicBezTo>
                  <a:cubicBezTo>
                    <a:pt x="4" y="19"/>
                    <a:pt x="6" y="19"/>
                    <a:pt x="8" y="17"/>
                  </a:cubicBezTo>
                  <a:cubicBezTo>
                    <a:pt x="14" y="10"/>
                    <a:pt x="20" y="10"/>
                    <a:pt x="23" y="11"/>
                  </a:cubicBezTo>
                  <a:cubicBezTo>
                    <a:pt x="28" y="12"/>
                    <a:pt x="32" y="15"/>
                    <a:pt x="33" y="19"/>
                  </a:cubicBezTo>
                  <a:cubicBezTo>
                    <a:pt x="33" y="21"/>
                    <a:pt x="35" y="22"/>
                    <a:pt x="37" y="22"/>
                  </a:cubicBezTo>
                  <a:close/>
                </a:path>
              </a:pathLst>
            </a:custGeom>
            <a:solidFill>
              <a:srgbClr val="B75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" name="Freeform 32"/>
            <p:cNvSpPr/>
            <p:nvPr>
              <p:custDataLst>
                <p:tags r:id="rId31"/>
              </p:custDataLst>
            </p:nvPr>
          </p:nvSpPr>
          <p:spPr bwMode="auto">
            <a:xfrm>
              <a:off x="2167" y="340"/>
              <a:ext cx="1135" cy="860"/>
            </a:xfrm>
            <a:custGeom>
              <a:avLst/>
              <a:gdLst>
                <a:gd name="T0" fmla="*/ 848 w 1735"/>
                <a:gd name="T1" fmla="*/ 8 h 1315"/>
                <a:gd name="T2" fmla="*/ 1178 w 1735"/>
                <a:gd name="T3" fmla="*/ 141 h 1315"/>
                <a:gd name="T4" fmla="*/ 1347 w 1735"/>
                <a:gd name="T5" fmla="*/ 632 h 1315"/>
                <a:gd name="T6" fmla="*/ 1587 w 1735"/>
                <a:gd name="T7" fmla="*/ 411 h 1315"/>
                <a:gd name="T8" fmla="*/ 1735 w 1735"/>
                <a:gd name="T9" fmla="*/ 615 h 1315"/>
                <a:gd name="T10" fmla="*/ 1282 w 1735"/>
                <a:gd name="T11" fmla="*/ 1067 h 1315"/>
                <a:gd name="T12" fmla="*/ 1125 w 1735"/>
                <a:gd name="T13" fmla="*/ 941 h 1315"/>
                <a:gd name="T14" fmla="*/ 1152 w 1735"/>
                <a:gd name="T15" fmla="*/ 1303 h 1315"/>
                <a:gd name="T16" fmla="*/ 324 w 1735"/>
                <a:gd name="T17" fmla="*/ 1315 h 1315"/>
                <a:gd name="T18" fmla="*/ 353 w 1735"/>
                <a:gd name="T19" fmla="*/ 941 h 1315"/>
                <a:gd name="T20" fmla="*/ 72 w 1735"/>
                <a:gd name="T21" fmla="*/ 912 h 1315"/>
                <a:gd name="T22" fmla="*/ 123 w 1735"/>
                <a:gd name="T23" fmla="*/ 509 h 1315"/>
                <a:gd name="T24" fmla="*/ 441 w 1735"/>
                <a:gd name="T25" fmla="*/ 64 h 1315"/>
                <a:gd name="T26" fmla="*/ 668 w 1735"/>
                <a:gd name="T27" fmla="*/ 5 h 1315"/>
                <a:gd name="T28" fmla="*/ 759 w 1735"/>
                <a:gd name="T29" fmla="*/ 137 h 1315"/>
                <a:gd name="T30" fmla="*/ 848 w 1735"/>
                <a:gd name="T31" fmla="*/ 8 h 1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35" h="1315">
                  <a:moveTo>
                    <a:pt x="848" y="8"/>
                  </a:moveTo>
                  <a:cubicBezTo>
                    <a:pt x="848" y="8"/>
                    <a:pt x="1098" y="44"/>
                    <a:pt x="1178" y="141"/>
                  </a:cubicBezTo>
                  <a:cubicBezTo>
                    <a:pt x="1257" y="238"/>
                    <a:pt x="1341" y="544"/>
                    <a:pt x="1347" y="632"/>
                  </a:cubicBezTo>
                  <a:cubicBezTo>
                    <a:pt x="1587" y="411"/>
                    <a:pt x="1587" y="411"/>
                    <a:pt x="1587" y="411"/>
                  </a:cubicBezTo>
                  <a:cubicBezTo>
                    <a:pt x="1587" y="411"/>
                    <a:pt x="1689" y="498"/>
                    <a:pt x="1735" y="615"/>
                  </a:cubicBezTo>
                  <a:cubicBezTo>
                    <a:pt x="1735" y="615"/>
                    <a:pt x="1453" y="1071"/>
                    <a:pt x="1282" y="1067"/>
                  </a:cubicBezTo>
                  <a:cubicBezTo>
                    <a:pt x="1179" y="1068"/>
                    <a:pt x="1125" y="941"/>
                    <a:pt x="1125" y="941"/>
                  </a:cubicBezTo>
                  <a:cubicBezTo>
                    <a:pt x="1152" y="1303"/>
                    <a:pt x="1152" y="1303"/>
                    <a:pt x="1152" y="1303"/>
                  </a:cubicBezTo>
                  <a:cubicBezTo>
                    <a:pt x="324" y="1315"/>
                    <a:pt x="324" y="1315"/>
                    <a:pt x="324" y="1315"/>
                  </a:cubicBezTo>
                  <a:cubicBezTo>
                    <a:pt x="353" y="941"/>
                    <a:pt x="353" y="941"/>
                    <a:pt x="353" y="941"/>
                  </a:cubicBezTo>
                  <a:cubicBezTo>
                    <a:pt x="353" y="941"/>
                    <a:pt x="143" y="995"/>
                    <a:pt x="72" y="912"/>
                  </a:cubicBezTo>
                  <a:cubicBezTo>
                    <a:pt x="0" y="830"/>
                    <a:pt x="83" y="601"/>
                    <a:pt x="123" y="509"/>
                  </a:cubicBezTo>
                  <a:cubicBezTo>
                    <a:pt x="162" y="416"/>
                    <a:pt x="259" y="128"/>
                    <a:pt x="441" y="64"/>
                  </a:cubicBezTo>
                  <a:cubicBezTo>
                    <a:pt x="623" y="0"/>
                    <a:pt x="668" y="5"/>
                    <a:pt x="668" y="5"/>
                  </a:cubicBezTo>
                  <a:cubicBezTo>
                    <a:pt x="759" y="137"/>
                    <a:pt x="759" y="137"/>
                    <a:pt x="759" y="137"/>
                  </a:cubicBezTo>
                  <a:lnTo>
                    <a:pt x="848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8" name="Freeform 33"/>
            <p:cNvSpPr/>
            <p:nvPr>
              <p:custDataLst>
                <p:tags r:id="rId32"/>
              </p:custDataLst>
            </p:nvPr>
          </p:nvSpPr>
          <p:spPr bwMode="auto">
            <a:xfrm>
              <a:off x="2661" y="344"/>
              <a:ext cx="93" cy="120"/>
            </a:xfrm>
            <a:custGeom>
              <a:avLst/>
              <a:gdLst>
                <a:gd name="T0" fmla="*/ 99 w 142"/>
                <a:gd name="T1" fmla="*/ 184 h 184"/>
                <a:gd name="T2" fmla="*/ 97 w 142"/>
                <a:gd name="T3" fmla="*/ 184 h 184"/>
                <a:gd name="T4" fmla="*/ 2 w 142"/>
                <a:gd name="T5" fmla="*/ 134 h 184"/>
                <a:gd name="T6" fmla="*/ 1 w 142"/>
                <a:gd name="T7" fmla="*/ 129 h 184"/>
                <a:gd name="T8" fmla="*/ 6 w 142"/>
                <a:gd name="T9" fmla="*/ 127 h 184"/>
                <a:gd name="T10" fmla="*/ 97 w 142"/>
                <a:gd name="T11" fmla="*/ 175 h 184"/>
                <a:gd name="T12" fmla="*/ 92 w 142"/>
                <a:gd name="T13" fmla="*/ 6 h 184"/>
                <a:gd name="T14" fmla="*/ 94 w 142"/>
                <a:gd name="T15" fmla="*/ 1 h 184"/>
                <a:gd name="T16" fmla="*/ 99 w 142"/>
                <a:gd name="T17" fmla="*/ 3 h 184"/>
                <a:gd name="T18" fmla="*/ 103 w 142"/>
                <a:gd name="T19" fmla="*/ 182 h 184"/>
                <a:gd name="T20" fmla="*/ 101 w 142"/>
                <a:gd name="T21" fmla="*/ 184 h 184"/>
                <a:gd name="T22" fmla="*/ 99 w 142"/>
                <a:gd name="T2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2" h="184">
                  <a:moveTo>
                    <a:pt x="99" y="184"/>
                  </a:moveTo>
                  <a:cubicBezTo>
                    <a:pt x="99" y="184"/>
                    <a:pt x="98" y="184"/>
                    <a:pt x="97" y="184"/>
                  </a:cubicBezTo>
                  <a:cubicBezTo>
                    <a:pt x="2" y="134"/>
                    <a:pt x="2" y="134"/>
                    <a:pt x="2" y="134"/>
                  </a:cubicBezTo>
                  <a:cubicBezTo>
                    <a:pt x="0" y="133"/>
                    <a:pt x="0" y="131"/>
                    <a:pt x="1" y="129"/>
                  </a:cubicBezTo>
                  <a:cubicBezTo>
                    <a:pt x="2" y="127"/>
                    <a:pt x="4" y="126"/>
                    <a:pt x="6" y="127"/>
                  </a:cubicBezTo>
                  <a:cubicBezTo>
                    <a:pt x="97" y="175"/>
                    <a:pt x="97" y="175"/>
                    <a:pt x="97" y="175"/>
                  </a:cubicBezTo>
                  <a:cubicBezTo>
                    <a:pt x="104" y="156"/>
                    <a:pt x="129" y="74"/>
                    <a:pt x="92" y="6"/>
                  </a:cubicBezTo>
                  <a:cubicBezTo>
                    <a:pt x="91" y="4"/>
                    <a:pt x="92" y="2"/>
                    <a:pt x="94" y="1"/>
                  </a:cubicBezTo>
                  <a:cubicBezTo>
                    <a:pt x="96" y="0"/>
                    <a:pt x="98" y="1"/>
                    <a:pt x="99" y="3"/>
                  </a:cubicBezTo>
                  <a:cubicBezTo>
                    <a:pt x="142" y="83"/>
                    <a:pt x="104" y="178"/>
                    <a:pt x="103" y="182"/>
                  </a:cubicBezTo>
                  <a:cubicBezTo>
                    <a:pt x="102" y="183"/>
                    <a:pt x="102" y="184"/>
                    <a:pt x="101" y="184"/>
                  </a:cubicBezTo>
                  <a:cubicBezTo>
                    <a:pt x="100" y="184"/>
                    <a:pt x="100" y="184"/>
                    <a:pt x="99" y="184"/>
                  </a:cubicBezTo>
                  <a:close/>
                </a:path>
              </a:pathLst>
            </a:custGeom>
            <a:solidFill>
              <a:srgbClr val="E0E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49" name="Freeform 34"/>
            <p:cNvSpPr/>
            <p:nvPr>
              <p:custDataLst>
                <p:tags r:id="rId33"/>
              </p:custDataLst>
            </p:nvPr>
          </p:nvSpPr>
          <p:spPr bwMode="auto">
            <a:xfrm>
              <a:off x="2566" y="342"/>
              <a:ext cx="100" cy="842"/>
            </a:xfrm>
            <a:custGeom>
              <a:avLst/>
              <a:gdLst>
                <a:gd name="T0" fmla="*/ 149 w 153"/>
                <a:gd name="T1" fmla="*/ 1287 h 1287"/>
                <a:gd name="T2" fmla="*/ 149 w 153"/>
                <a:gd name="T3" fmla="*/ 1287 h 1287"/>
                <a:gd name="T4" fmla="*/ 145 w 153"/>
                <a:gd name="T5" fmla="*/ 1283 h 1287"/>
                <a:gd name="T6" fmla="*/ 145 w 153"/>
                <a:gd name="T7" fmla="*/ 140 h 1287"/>
                <a:gd name="T8" fmla="*/ 52 w 153"/>
                <a:gd name="T9" fmla="*/ 187 h 1287"/>
                <a:gd name="T10" fmla="*/ 48 w 153"/>
                <a:gd name="T11" fmla="*/ 187 h 1287"/>
                <a:gd name="T12" fmla="*/ 46 w 153"/>
                <a:gd name="T13" fmla="*/ 185 h 1287"/>
                <a:gd name="T14" fmla="*/ 53 w 153"/>
                <a:gd name="T15" fmla="*/ 2 h 1287"/>
                <a:gd name="T16" fmla="*/ 59 w 153"/>
                <a:gd name="T17" fmla="*/ 2 h 1287"/>
                <a:gd name="T18" fmla="*/ 59 w 153"/>
                <a:gd name="T19" fmla="*/ 7 h 1287"/>
                <a:gd name="T20" fmla="*/ 52 w 153"/>
                <a:gd name="T21" fmla="*/ 178 h 1287"/>
                <a:gd name="T22" fmla="*/ 147 w 153"/>
                <a:gd name="T23" fmla="*/ 130 h 1287"/>
                <a:gd name="T24" fmla="*/ 151 w 153"/>
                <a:gd name="T25" fmla="*/ 130 h 1287"/>
                <a:gd name="T26" fmla="*/ 153 w 153"/>
                <a:gd name="T27" fmla="*/ 134 h 1287"/>
                <a:gd name="T28" fmla="*/ 153 w 153"/>
                <a:gd name="T29" fmla="*/ 1283 h 1287"/>
                <a:gd name="T30" fmla="*/ 149 w 153"/>
                <a:gd name="T31" fmla="*/ 1287 h 1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3" h="1287">
                  <a:moveTo>
                    <a:pt x="149" y="1287"/>
                  </a:moveTo>
                  <a:cubicBezTo>
                    <a:pt x="149" y="1287"/>
                    <a:pt x="149" y="1287"/>
                    <a:pt x="149" y="1287"/>
                  </a:cubicBezTo>
                  <a:cubicBezTo>
                    <a:pt x="147" y="1287"/>
                    <a:pt x="145" y="1285"/>
                    <a:pt x="145" y="1283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1" y="187"/>
                    <a:pt x="50" y="187"/>
                    <a:pt x="48" y="187"/>
                  </a:cubicBezTo>
                  <a:cubicBezTo>
                    <a:pt x="47" y="187"/>
                    <a:pt x="47" y="186"/>
                    <a:pt x="46" y="185"/>
                  </a:cubicBezTo>
                  <a:cubicBezTo>
                    <a:pt x="44" y="180"/>
                    <a:pt x="0" y="63"/>
                    <a:pt x="53" y="2"/>
                  </a:cubicBezTo>
                  <a:cubicBezTo>
                    <a:pt x="54" y="1"/>
                    <a:pt x="57" y="0"/>
                    <a:pt x="59" y="2"/>
                  </a:cubicBezTo>
                  <a:cubicBezTo>
                    <a:pt x="60" y="3"/>
                    <a:pt x="60" y="6"/>
                    <a:pt x="59" y="7"/>
                  </a:cubicBezTo>
                  <a:cubicBezTo>
                    <a:pt x="15" y="58"/>
                    <a:pt x="45" y="157"/>
                    <a:pt x="52" y="178"/>
                  </a:cubicBezTo>
                  <a:cubicBezTo>
                    <a:pt x="147" y="130"/>
                    <a:pt x="147" y="130"/>
                    <a:pt x="147" y="130"/>
                  </a:cubicBezTo>
                  <a:cubicBezTo>
                    <a:pt x="149" y="130"/>
                    <a:pt x="150" y="130"/>
                    <a:pt x="151" y="130"/>
                  </a:cubicBezTo>
                  <a:cubicBezTo>
                    <a:pt x="152" y="131"/>
                    <a:pt x="153" y="132"/>
                    <a:pt x="153" y="134"/>
                  </a:cubicBezTo>
                  <a:cubicBezTo>
                    <a:pt x="153" y="1283"/>
                    <a:pt x="153" y="1283"/>
                    <a:pt x="153" y="1283"/>
                  </a:cubicBezTo>
                  <a:cubicBezTo>
                    <a:pt x="153" y="1285"/>
                    <a:pt x="151" y="1287"/>
                    <a:pt x="149" y="1287"/>
                  </a:cubicBezTo>
                  <a:close/>
                </a:path>
              </a:pathLst>
            </a:custGeom>
            <a:solidFill>
              <a:srgbClr val="E0E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0" name="Freeform 35"/>
            <p:cNvSpPr/>
            <p:nvPr>
              <p:custDataLst>
                <p:tags r:id="rId34"/>
              </p:custDataLst>
            </p:nvPr>
          </p:nvSpPr>
          <p:spPr bwMode="auto">
            <a:xfrm>
              <a:off x="2648" y="691"/>
              <a:ext cx="108" cy="72"/>
            </a:xfrm>
            <a:custGeom>
              <a:avLst/>
              <a:gdLst>
                <a:gd name="T0" fmla="*/ 0 w 165"/>
                <a:gd name="T1" fmla="*/ 109 h 109"/>
                <a:gd name="T2" fmla="*/ 165 w 165"/>
                <a:gd name="T3" fmla="*/ 0 h 109"/>
                <a:gd name="T4" fmla="*/ 112 w 165"/>
                <a:gd name="T5" fmla="*/ 99 h 109"/>
                <a:gd name="T6" fmla="*/ 0 w 165"/>
                <a:gd name="T7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5" h="109">
                  <a:moveTo>
                    <a:pt x="0" y="109"/>
                  </a:moveTo>
                  <a:cubicBezTo>
                    <a:pt x="0" y="109"/>
                    <a:pt x="98" y="28"/>
                    <a:pt x="165" y="0"/>
                  </a:cubicBezTo>
                  <a:cubicBezTo>
                    <a:pt x="112" y="99"/>
                    <a:pt x="112" y="99"/>
                    <a:pt x="112" y="99"/>
                  </a:cubicBezTo>
                  <a:lnTo>
                    <a:pt x="0" y="109"/>
                  </a:ln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1" name="Freeform 36"/>
            <p:cNvSpPr/>
            <p:nvPr>
              <p:custDataLst>
                <p:tags r:id="rId35"/>
              </p:custDataLst>
            </p:nvPr>
          </p:nvSpPr>
          <p:spPr bwMode="auto">
            <a:xfrm>
              <a:off x="2679" y="523"/>
              <a:ext cx="418" cy="438"/>
            </a:xfrm>
            <a:custGeom>
              <a:avLst/>
              <a:gdLst>
                <a:gd name="T0" fmla="*/ 32 w 639"/>
                <a:gd name="T1" fmla="*/ 669 h 669"/>
                <a:gd name="T2" fmla="*/ 468 w 639"/>
                <a:gd name="T3" fmla="*/ 669 h 669"/>
                <a:gd name="T4" fmla="*/ 496 w 639"/>
                <a:gd name="T5" fmla="*/ 646 h 669"/>
                <a:gd name="T6" fmla="*/ 635 w 639"/>
                <a:gd name="T7" fmla="*/ 36 h 669"/>
                <a:gd name="T8" fmla="*/ 606 w 639"/>
                <a:gd name="T9" fmla="*/ 0 h 669"/>
                <a:gd name="T10" fmla="*/ 171 w 639"/>
                <a:gd name="T11" fmla="*/ 0 h 669"/>
                <a:gd name="T12" fmla="*/ 142 w 639"/>
                <a:gd name="T13" fmla="*/ 23 h 669"/>
                <a:gd name="T14" fmla="*/ 4 w 639"/>
                <a:gd name="T15" fmla="*/ 633 h 669"/>
                <a:gd name="T16" fmla="*/ 32 w 639"/>
                <a:gd name="T17" fmla="*/ 669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9" h="669">
                  <a:moveTo>
                    <a:pt x="32" y="669"/>
                  </a:moveTo>
                  <a:cubicBezTo>
                    <a:pt x="468" y="669"/>
                    <a:pt x="468" y="669"/>
                    <a:pt x="468" y="669"/>
                  </a:cubicBezTo>
                  <a:cubicBezTo>
                    <a:pt x="481" y="669"/>
                    <a:pt x="493" y="660"/>
                    <a:pt x="496" y="646"/>
                  </a:cubicBezTo>
                  <a:cubicBezTo>
                    <a:pt x="635" y="36"/>
                    <a:pt x="635" y="36"/>
                    <a:pt x="635" y="36"/>
                  </a:cubicBezTo>
                  <a:cubicBezTo>
                    <a:pt x="639" y="18"/>
                    <a:pt x="625" y="0"/>
                    <a:pt x="606" y="0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57" y="0"/>
                    <a:pt x="145" y="10"/>
                    <a:pt x="142" y="23"/>
                  </a:cubicBezTo>
                  <a:cubicBezTo>
                    <a:pt x="4" y="633"/>
                    <a:pt x="4" y="633"/>
                    <a:pt x="4" y="633"/>
                  </a:cubicBezTo>
                  <a:cubicBezTo>
                    <a:pt x="0" y="652"/>
                    <a:pt x="14" y="669"/>
                    <a:pt x="32" y="669"/>
                  </a:cubicBezTo>
                  <a:close/>
                </a:path>
              </a:pathLst>
            </a:custGeom>
            <a:solidFill>
              <a:srgbClr val="333D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2" name="Freeform 37"/>
            <p:cNvSpPr/>
            <p:nvPr>
              <p:custDataLst>
                <p:tags r:id="rId36"/>
              </p:custDataLst>
            </p:nvPr>
          </p:nvSpPr>
          <p:spPr bwMode="auto">
            <a:xfrm>
              <a:off x="2879" y="512"/>
              <a:ext cx="127" cy="19"/>
            </a:xfrm>
            <a:custGeom>
              <a:avLst/>
              <a:gdLst>
                <a:gd name="T0" fmla="*/ 9 w 193"/>
                <a:gd name="T1" fmla="*/ 29 h 29"/>
                <a:gd name="T2" fmla="*/ 182 w 193"/>
                <a:gd name="T3" fmla="*/ 29 h 29"/>
                <a:gd name="T4" fmla="*/ 189 w 193"/>
                <a:gd name="T5" fmla="*/ 22 h 29"/>
                <a:gd name="T6" fmla="*/ 192 w 193"/>
                <a:gd name="T7" fmla="*/ 9 h 29"/>
                <a:gd name="T8" fmla="*/ 185 w 193"/>
                <a:gd name="T9" fmla="*/ 0 h 29"/>
                <a:gd name="T10" fmla="*/ 12 w 193"/>
                <a:gd name="T11" fmla="*/ 0 h 29"/>
                <a:gd name="T12" fmla="*/ 4 w 193"/>
                <a:gd name="T13" fmla="*/ 6 h 29"/>
                <a:gd name="T14" fmla="*/ 1 w 193"/>
                <a:gd name="T15" fmla="*/ 19 h 29"/>
                <a:gd name="T16" fmla="*/ 9 w 193"/>
                <a:gd name="T1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3" h="29">
                  <a:moveTo>
                    <a:pt x="9" y="29"/>
                  </a:moveTo>
                  <a:cubicBezTo>
                    <a:pt x="182" y="29"/>
                    <a:pt x="182" y="29"/>
                    <a:pt x="182" y="29"/>
                  </a:cubicBezTo>
                  <a:cubicBezTo>
                    <a:pt x="186" y="29"/>
                    <a:pt x="189" y="26"/>
                    <a:pt x="189" y="22"/>
                  </a:cubicBezTo>
                  <a:cubicBezTo>
                    <a:pt x="192" y="9"/>
                    <a:pt x="192" y="9"/>
                    <a:pt x="192" y="9"/>
                  </a:cubicBezTo>
                  <a:cubicBezTo>
                    <a:pt x="193" y="4"/>
                    <a:pt x="190" y="0"/>
                    <a:pt x="18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0"/>
                    <a:pt x="5" y="2"/>
                    <a:pt x="4" y="6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0" y="24"/>
                    <a:pt x="4" y="29"/>
                    <a:pt x="9" y="29"/>
                  </a:cubicBezTo>
                  <a:close/>
                </a:path>
              </a:pathLst>
            </a:custGeom>
            <a:solidFill>
              <a:srgbClr val="5A69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3" name="Oval 38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2936" y="504"/>
              <a:ext cx="14" cy="15"/>
            </a:xfrm>
            <a:prstGeom prst="ellipse">
              <a:avLst/>
            </a:prstGeom>
            <a:solidFill>
              <a:srgbClr val="5A69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4" name="Freeform 39"/>
            <p:cNvSpPr/>
            <p:nvPr>
              <p:custDataLst>
                <p:tags r:id="rId38"/>
              </p:custDataLst>
            </p:nvPr>
          </p:nvSpPr>
          <p:spPr bwMode="auto">
            <a:xfrm>
              <a:off x="2444" y="711"/>
              <a:ext cx="446" cy="200"/>
            </a:xfrm>
            <a:custGeom>
              <a:avLst/>
              <a:gdLst>
                <a:gd name="T0" fmla="*/ 255 w 682"/>
                <a:gd name="T1" fmla="*/ 97 h 305"/>
                <a:gd name="T2" fmla="*/ 550 w 682"/>
                <a:gd name="T3" fmla="*/ 23 h 305"/>
                <a:gd name="T4" fmla="*/ 613 w 682"/>
                <a:gd name="T5" fmla="*/ 67 h 305"/>
                <a:gd name="T6" fmla="*/ 630 w 682"/>
                <a:gd name="T7" fmla="*/ 113 h 305"/>
                <a:gd name="T8" fmla="*/ 619 w 682"/>
                <a:gd name="T9" fmla="*/ 163 h 305"/>
                <a:gd name="T10" fmla="*/ 562 w 682"/>
                <a:gd name="T11" fmla="*/ 220 h 305"/>
                <a:gd name="T12" fmla="*/ 412 w 682"/>
                <a:gd name="T13" fmla="*/ 248 h 305"/>
                <a:gd name="T14" fmla="*/ 277 w 682"/>
                <a:gd name="T15" fmla="*/ 229 h 305"/>
                <a:gd name="T16" fmla="*/ 0 w 682"/>
                <a:gd name="T17" fmla="*/ 305 h 305"/>
                <a:gd name="T18" fmla="*/ 22 w 682"/>
                <a:gd name="T19" fmla="*/ 196 h 305"/>
                <a:gd name="T20" fmla="*/ 26 w 682"/>
                <a:gd name="T21" fmla="*/ 95 h 305"/>
                <a:gd name="T22" fmla="*/ 255 w 682"/>
                <a:gd name="T23" fmla="*/ 97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2" h="305">
                  <a:moveTo>
                    <a:pt x="255" y="97"/>
                  </a:moveTo>
                  <a:cubicBezTo>
                    <a:pt x="365" y="47"/>
                    <a:pt x="430" y="52"/>
                    <a:pt x="550" y="23"/>
                  </a:cubicBezTo>
                  <a:cubicBezTo>
                    <a:pt x="641" y="0"/>
                    <a:pt x="629" y="59"/>
                    <a:pt x="613" y="67"/>
                  </a:cubicBezTo>
                  <a:cubicBezTo>
                    <a:pt x="669" y="51"/>
                    <a:pt x="682" y="103"/>
                    <a:pt x="630" y="113"/>
                  </a:cubicBezTo>
                  <a:cubicBezTo>
                    <a:pt x="674" y="111"/>
                    <a:pt x="666" y="159"/>
                    <a:pt x="619" y="163"/>
                  </a:cubicBezTo>
                  <a:cubicBezTo>
                    <a:pt x="670" y="182"/>
                    <a:pt x="596" y="212"/>
                    <a:pt x="562" y="220"/>
                  </a:cubicBezTo>
                  <a:cubicBezTo>
                    <a:pt x="513" y="233"/>
                    <a:pt x="462" y="245"/>
                    <a:pt x="412" y="248"/>
                  </a:cubicBezTo>
                  <a:cubicBezTo>
                    <a:pt x="355" y="251"/>
                    <a:pt x="277" y="229"/>
                    <a:pt x="277" y="229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9" y="274"/>
                    <a:pt x="17" y="238"/>
                    <a:pt x="22" y="196"/>
                  </a:cubicBezTo>
                  <a:cubicBezTo>
                    <a:pt x="27" y="158"/>
                    <a:pt x="27" y="124"/>
                    <a:pt x="26" y="95"/>
                  </a:cubicBezTo>
                  <a:cubicBezTo>
                    <a:pt x="119" y="93"/>
                    <a:pt x="163" y="98"/>
                    <a:pt x="255" y="97"/>
                  </a:cubicBezTo>
                  <a:close/>
                </a:path>
              </a:pathLst>
            </a:custGeom>
            <a:solidFill>
              <a:srgbClr val="FFA3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5" name="Freeform 40"/>
            <p:cNvSpPr/>
            <p:nvPr>
              <p:custDataLst>
                <p:tags r:id="rId39"/>
              </p:custDataLst>
            </p:nvPr>
          </p:nvSpPr>
          <p:spPr bwMode="auto">
            <a:xfrm>
              <a:off x="2753" y="815"/>
              <a:ext cx="98" cy="28"/>
            </a:xfrm>
            <a:custGeom>
              <a:avLst/>
              <a:gdLst>
                <a:gd name="T0" fmla="*/ 3 w 150"/>
                <a:gd name="T1" fmla="*/ 41 h 42"/>
                <a:gd name="T2" fmla="*/ 6 w 150"/>
                <a:gd name="T3" fmla="*/ 42 h 42"/>
                <a:gd name="T4" fmla="*/ 146 w 150"/>
                <a:gd name="T5" fmla="*/ 10 h 42"/>
                <a:gd name="T6" fmla="*/ 149 w 150"/>
                <a:gd name="T7" fmla="*/ 4 h 42"/>
                <a:gd name="T8" fmla="*/ 144 w 150"/>
                <a:gd name="T9" fmla="*/ 1 h 42"/>
                <a:gd name="T10" fmla="*/ 4 w 150"/>
                <a:gd name="T11" fmla="*/ 32 h 42"/>
                <a:gd name="T12" fmla="*/ 1 w 150"/>
                <a:gd name="T13" fmla="*/ 38 h 42"/>
                <a:gd name="T14" fmla="*/ 3 w 150"/>
                <a:gd name="T15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42">
                  <a:moveTo>
                    <a:pt x="3" y="41"/>
                  </a:moveTo>
                  <a:cubicBezTo>
                    <a:pt x="4" y="42"/>
                    <a:pt x="5" y="42"/>
                    <a:pt x="6" y="42"/>
                  </a:cubicBezTo>
                  <a:cubicBezTo>
                    <a:pt x="146" y="10"/>
                    <a:pt x="146" y="10"/>
                    <a:pt x="146" y="10"/>
                  </a:cubicBezTo>
                  <a:cubicBezTo>
                    <a:pt x="149" y="9"/>
                    <a:pt x="150" y="7"/>
                    <a:pt x="149" y="4"/>
                  </a:cubicBezTo>
                  <a:cubicBezTo>
                    <a:pt x="149" y="2"/>
                    <a:pt x="146" y="0"/>
                    <a:pt x="144" y="1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3"/>
                    <a:pt x="0" y="36"/>
                    <a:pt x="1" y="38"/>
                  </a:cubicBezTo>
                  <a:cubicBezTo>
                    <a:pt x="1" y="40"/>
                    <a:pt x="2" y="41"/>
                    <a:pt x="3" y="41"/>
                  </a:cubicBezTo>
                  <a:close/>
                </a:path>
              </a:pathLst>
            </a:custGeom>
            <a:solidFill>
              <a:srgbClr val="C97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6" name="Freeform 41"/>
            <p:cNvSpPr/>
            <p:nvPr>
              <p:custDataLst>
                <p:tags r:id="rId40"/>
              </p:custDataLst>
            </p:nvPr>
          </p:nvSpPr>
          <p:spPr bwMode="auto">
            <a:xfrm>
              <a:off x="2751" y="782"/>
              <a:ext cx="113" cy="27"/>
            </a:xfrm>
            <a:custGeom>
              <a:avLst/>
              <a:gdLst>
                <a:gd name="T0" fmla="*/ 3 w 173"/>
                <a:gd name="T1" fmla="*/ 39 h 40"/>
                <a:gd name="T2" fmla="*/ 6 w 173"/>
                <a:gd name="T3" fmla="*/ 40 h 40"/>
                <a:gd name="T4" fmla="*/ 168 w 173"/>
                <a:gd name="T5" fmla="*/ 9 h 40"/>
                <a:gd name="T6" fmla="*/ 172 w 173"/>
                <a:gd name="T7" fmla="*/ 4 h 40"/>
                <a:gd name="T8" fmla="*/ 167 w 173"/>
                <a:gd name="T9" fmla="*/ 0 h 40"/>
                <a:gd name="T10" fmla="*/ 4 w 173"/>
                <a:gd name="T11" fmla="*/ 30 h 40"/>
                <a:gd name="T12" fmla="*/ 1 w 173"/>
                <a:gd name="T13" fmla="*/ 36 h 40"/>
                <a:gd name="T14" fmla="*/ 3 w 173"/>
                <a:gd name="T15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3" h="40">
                  <a:moveTo>
                    <a:pt x="3" y="39"/>
                  </a:moveTo>
                  <a:cubicBezTo>
                    <a:pt x="4" y="40"/>
                    <a:pt x="5" y="40"/>
                    <a:pt x="6" y="40"/>
                  </a:cubicBezTo>
                  <a:cubicBezTo>
                    <a:pt x="168" y="9"/>
                    <a:pt x="168" y="9"/>
                    <a:pt x="168" y="9"/>
                  </a:cubicBezTo>
                  <a:cubicBezTo>
                    <a:pt x="171" y="9"/>
                    <a:pt x="173" y="6"/>
                    <a:pt x="172" y="4"/>
                  </a:cubicBezTo>
                  <a:cubicBezTo>
                    <a:pt x="172" y="1"/>
                    <a:pt x="169" y="0"/>
                    <a:pt x="167" y="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1"/>
                    <a:pt x="0" y="33"/>
                    <a:pt x="1" y="36"/>
                  </a:cubicBezTo>
                  <a:cubicBezTo>
                    <a:pt x="1" y="37"/>
                    <a:pt x="2" y="39"/>
                    <a:pt x="3" y="39"/>
                  </a:cubicBezTo>
                  <a:close/>
                </a:path>
              </a:pathLst>
            </a:custGeom>
            <a:solidFill>
              <a:srgbClr val="C97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7" name="Freeform 42"/>
            <p:cNvSpPr/>
            <p:nvPr>
              <p:custDataLst>
                <p:tags r:id="rId41"/>
              </p:custDataLst>
            </p:nvPr>
          </p:nvSpPr>
          <p:spPr bwMode="auto">
            <a:xfrm>
              <a:off x="2750" y="751"/>
              <a:ext cx="101" cy="28"/>
            </a:xfrm>
            <a:custGeom>
              <a:avLst/>
              <a:gdLst>
                <a:gd name="T0" fmla="*/ 3 w 154"/>
                <a:gd name="T1" fmla="*/ 43 h 43"/>
                <a:gd name="T2" fmla="*/ 6 w 154"/>
                <a:gd name="T3" fmla="*/ 43 h 43"/>
                <a:gd name="T4" fmla="*/ 150 w 154"/>
                <a:gd name="T5" fmla="*/ 9 h 43"/>
                <a:gd name="T6" fmla="*/ 153 w 154"/>
                <a:gd name="T7" fmla="*/ 4 h 43"/>
                <a:gd name="T8" fmla="*/ 148 w 154"/>
                <a:gd name="T9" fmla="*/ 0 h 43"/>
                <a:gd name="T10" fmla="*/ 4 w 154"/>
                <a:gd name="T11" fmla="*/ 34 h 43"/>
                <a:gd name="T12" fmla="*/ 1 w 154"/>
                <a:gd name="T13" fmla="*/ 40 h 43"/>
                <a:gd name="T14" fmla="*/ 3 w 154"/>
                <a:gd name="T1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43">
                  <a:moveTo>
                    <a:pt x="3" y="43"/>
                  </a:moveTo>
                  <a:cubicBezTo>
                    <a:pt x="4" y="43"/>
                    <a:pt x="5" y="43"/>
                    <a:pt x="6" y="43"/>
                  </a:cubicBezTo>
                  <a:cubicBezTo>
                    <a:pt x="150" y="9"/>
                    <a:pt x="150" y="9"/>
                    <a:pt x="150" y="9"/>
                  </a:cubicBezTo>
                  <a:cubicBezTo>
                    <a:pt x="152" y="9"/>
                    <a:pt x="154" y="6"/>
                    <a:pt x="153" y="4"/>
                  </a:cubicBezTo>
                  <a:cubicBezTo>
                    <a:pt x="153" y="1"/>
                    <a:pt x="150" y="0"/>
                    <a:pt x="148" y="0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2" y="35"/>
                    <a:pt x="0" y="37"/>
                    <a:pt x="1" y="40"/>
                  </a:cubicBezTo>
                  <a:cubicBezTo>
                    <a:pt x="1" y="41"/>
                    <a:pt x="2" y="42"/>
                    <a:pt x="3" y="43"/>
                  </a:cubicBezTo>
                  <a:close/>
                </a:path>
              </a:pathLst>
            </a:custGeom>
            <a:solidFill>
              <a:srgbClr val="C97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8" name="Freeform 43"/>
            <p:cNvSpPr/>
            <p:nvPr>
              <p:custDataLst>
                <p:tags r:id="rId42"/>
              </p:custDataLst>
            </p:nvPr>
          </p:nvSpPr>
          <p:spPr bwMode="auto">
            <a:xfrm>
              <a:off x="2273" y="767"/>
              <a:ext cx="233" cy="193"/>
            </a:xfrm>
            <a:custGeom>
              <a:avLst/>
              <a:gdLst>
                <a:gd name="T0" fmla="*/ 341 w 356"/>
                <a:gd name="T1" fmla="*/ 0 h 295"/>
                <a:gd name="T2" fmla="*/ 304 w 356"/>
                <a:gd name="T3" fmla="*/ 295 h 295"/>
                <a:gd name="T4" fmla="*/ 156 w 356"/>
                <a:gd name="T5" fmla="*/ 277 h 295"/>
                <a:gd name="T6" fmla="*/ 0 w 356"/>
                <a:gd name="T7" fmla="*/ 24 h 295"/>
                <a:gd name="T8" fmla="*/ 341 w 356"/>
                <a:gd name="T9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6" h="295">
                  <a:moveTo>
                    <a:pt x="341" y="0"/>
                  </a:moveTo>
                  <a:cubicBezTo>
                    <a:pt x="341" y="0"/>
                    <a:pt x="356" y="174"/>
                    <a:pt x="304" y="295"/>
                  </a:cubicBezTo>
                  <a:cubicBezTo>
                    <a:pt x="304" y="295"/>
                    <a:pt x="243" y="261"/>
                    <a:pt x="156" y="277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3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59" name="Freeform 44"/>
            <p:cNvSpPr/>
            <p:nvPr>
              <p:custDataLst>
                <p:tags r:id="rId43"/>
              </p:custDataLst>
            </p:nvPr>
          </p:nvSpPr>
          <p:spPr bwMode="auto">
            <a:xfrm>
              <a:off x="2284" y="764"/>
              <a:ext cx="226" cy="194"/>
            </a:xfrm>
            <a:custGeom>
              <a:avLst/>
              <a:gdLst>
                <a:gd name="T0" fmla="*/ 174 w 346"/>
                <a:gd name="T1" fmla="*/ 297 h 297"/>
                <a:gd name="T2" fmla="*/ 170 w 346"/>
                <a:gd name="T3" fmla="*/ 294 h 297"/>
                <a:gd name="T4" fmla="*/ 173 w 346"/>
                <a:gd name="T5" fmla="*/ 290 h 297"/>
                <a:gd name="T6" fmla="*/ 292 w 346"/>
                <a:gd name="T7" fmla="*/ 263 h 297"/>
                <a:gd name="T8" fmla="*/ 320 w 346"/>
                <a:gd name="T9" fmla="*/ 8 h 297"/>
                <a:gd name="T10" fmla="*/ 4 w 346"/>
                <a:gd name="T11" fmla="*/ 31 h 297"/>
                <a:gd name="T12" fmla="*/ 0 w 346"/>
                <a:gd name="T13" fmla="*/ 27 h 297"/>
                <a:gd name="T14" fmla="*/ 4 w 346"/>
                <a:gd name="T15" fmla="*/ 23 h 297"/>
                <a:gd name="T16" fmla="*/ 323 w 346"/>
                <a:gd name="T17" fmla="*/ 0 h 297"/>
                <a:gd name="T18" fmla="*/ 327 w 346"/>
                <a:gd name="T19" fmla="*/ 3 h 297"/>
                <a:gd name="T20" fmla="*/ 298 w 346"/>
                <a:gd name="T21" fmla="*/ 268 h 297"/>
                <a:gd name="T22" fmla="*/ 296 w 346"/>
                <a:gd name="T23" fmla="*/ 270 h 297"/>
                <a:gd name="T24" fmla="*/ 175 w 346"/>
                <a:gd name="T25" fmla="*/ 297 h 297"/>
                <a:gd name="T26" fmla="*/ 174 w 346"/>
                <a:gd name="T27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6" h="297">
                  <a:moveTo>
                    <a:pt x="174" y="297"/>
                  </a:moveTo>
                  <a:cubicBezTo>
                    <a:pt x="172" y="297"/>
                    <a:pt x="171" y="296"/>
                    <a:pt x="170" y="294"/>
                  </a:cubicBezTo>
                  <a:cubicBezTo>
                    <a:pt x="170" y="292"/>
                    <a:pt x="171" y="290"/>
                    <a:pt x="173" y="290"/>
                  </a:cubicBezTo>
                  <a:cubicBezTo>
                    <a:pt x="292" y="263"/>
                    <a:pt x="292" y="263"/>
                    <a:pt x="292" y="263"/>
                  </a:cubicBezTo>
                  <a:cubicBezTo>
                    <a:pt x="334" y="167"/>
                    <a:pt x="323" y="32"/>
                    <a:pt x="320" y="8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2" y="31"/>
                    <a:pt x="0" y="29"/>
                    <a:pt x="0" y="27"/>
                  </a:cubicBezTo>
                  <a:cubicBezTo>
                    <a:pt x="0" y="25"/>
                    <a:pt x="2" y="23"/>
                    <a:pt x="4" y="23"/>
                  </a:cubicBezTo>
                  <a:cubicBezTo>
                    <a:pt x="323" y="0"/>
                    <a:pt x="323" y="0"/>
                    <a:pt x="323" y="0"/>
                  </a:cubicBezTo>
                  <a:cubicBezTo>
                    <a:pt x="325" y="0"/>
                    <a:pt x="327" y="1"/>
                    <a:pt x="327" y="3"/>
                  </a:cubicBezTo>
                  <a:cubicBezTo>
                    <a:pt x="328" y="5"/>
                    <a:pt x="346" y="161"/>
                    <a:pt x="298" y="268"/>
                  </a:cubicBezTo>
                  <a:cubicBezTo>
                    <a:pt x="298" y="269"/>
                    <a:pt x="297" y="270"/>
                    <a:pt x="296" y="270"/>
                  </a:cubicBezTo>
                  <a:cubicBezTo>
                    <a:pt x="175" y="297"/>
                    <a:pt x="175" y="297"/>
                    <a:pt x="175" y="297"/>
                  </a:cubicBezTo>
                  <a:cubicBezTo>
                    <a:pt x="175" y="297"/>
                    <a:pt x="175" y="297"/>
                    <a:pt x="174" y="297"/>
                  </a:cubicBezTo>
                  <a:close/>
                </a:path>
              </a:pathLst>
            </a:custGeom>
            <a:solidFill>
              <a:srgbClr val="E0E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60" name="Freeform 45"/>
            <p:cNvSpPr/>
            <p:nvPr>
              <p:custDataLst>
                <p:tags r:id="rId44"/>
              </p:custDataLst>
            </p:nvPr>
          </p:nvSpPr>
          <p:spPr bwMode="auto">
            <a:xfrm>
              <a:off x="2415" y="629"/>
              <a:ext cx="38" cy="146"/>
            </a:xfrm>
            <a:custGeom>
              <a:avLst/>
              <a:gdLst>
                <a:gd name="T0" fmla="*/ 4 w 58"/>
                <a:gd name="T1" fmla="*/ 222 h 222"/>
                <a:gd name="T2" fmla="*/ 3 w 58"/>
                <a:gd name="T3" fmla="*/ 222 h 222"/>
                <a:gd name="T4" fmla="*/ 1 w 58"/>
                <a:gd name="T5" fmla="*/ 217 h 222"/>
                <a:gd name="T6" fmla="*/ 50 w 58"/>
                <a:gd name="T7" fmla="*/ 3 h 222"/>
                <a:gd name="T8" fmla="*/ 54 w 58"/>
                <a:gd name="T9" fmla="*/ 0 h 222"/>
                <a:gd name="T10" fmla="*/ 57 w 58"/>
                <a:gd name="T11" fmla="*/ 4 h 222"/>
                <a:gd name="T12" fmla="*/ 8 w 58"/>
                <a:gd name="T13" fmla="*/ 220 h 222"/>
                <a:gd name="T14" fmla="*/ 4 w 58"/>
                <a:gd name="T15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222">
                  <a:moveTo>
                    <a:pt x="4" y="222"/>
                  </a:moveTo>
                  <a:cubicBezTo>
                    <a:pt x="4" y="222"/>
                    <a:pt x="3" y="222"/>
                    <a:pt x="3" y="222"/>
                  </a:cubicBezTo>
                  <a:cubicBezTo>
                    <a:pt x="1" y="221"/>
                    <a:pt x="0" y="219"/>
                    <a:pt x="1" y="217"/>
                  </a:cubicBezTo>
                  <a:cubicBezTo>
                    <a:pt x="35" y="119"/>
                    <a:pt x="50" y="5"/>
                    <a:pt x="50" y="3"/>
                  </a:cubicBezTo>
                  <a:cubicBezTo>
                    <a:pt x="50" y="1"/>
                    <a:pt x="52" y="0"/>
                    <a:pt x="54" y="0"/>
                  </a:cubicBezTo>
                  <a:cubicBezTo>
                    <a:pt x="56" y="0"/>
                    <a:pt x="58" y="2"/>
                    <a:pt x="57" y="4"/>
                  </a:cubicBezTo>
                  <a:cubicBezTo>
                    <a:pt x="57" y="6"/>
                    <a:pt x="42" y="121"/>
                    <a:pt x="8" y="220"/>
                  </a:cubicBezTo>
                  <a:cubicBezTo>
                    <a:pt x="7" y="221"/>
                    <a:pt x="6" y="222"/>
                    <a:pt x="4" y="222"/>
                  </a:cubicBezTo>
                  <a:close/>
                </a:path>
              </a:pathLst>
            </a:custGeom>
            <a:solidFill>
              <a:srgbClr val="E0E0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61" name="Freeform 46"/>
            <p:cNvSpPr/>
            <p:nvPr>
              <p:custDataLst>
                <p:tags r:id="rId45"/>
              </p:custDataLst>
            </p:nvPr>
          </p:nvSpPr>
          <p:spPr bwMode="auto">
            <a:xfrm>
              <a:off x="2667" y="1472"/>
              <a:ext cx="62" cy="162"/>
            </a:xfrm>
            <a:custGeom>
              <a:avLst/>
              <a:gdLst>
                <a:gd name="T0" fmla="*/ 4 w 94"/>
                <a:gd name="T1" fmla="*/ 248 h 248"/>
                <a:gd name="T2" fmla="*/ 3 w 94"/>
                <a:gd name="T3" fmla="*/ 248 h 248"/>
                <a:gd name="T4" fmla="*/ 0 w 94"/>
                <a:gd name="T5" fmla="*/ 243 h 248"/>
                <a:gd name="T6" fmla="*/ 16 w 94"/>
                <a:gd name="T7" fmla="*/ 62 h 248"/>
                <a:gd name="T8" fmla="*/ 18 w 94"/>
                <a:gd name="T9" fmla="*/ 59 h 248"/>
                <a:gd name="T10" fmla="*/ 87 w 94"/>
                <a:gd name="T11" fmla="*/ 1 h 248"/>
                <a:gd name="T12" fmla="*/ 93 w 94"/>
                <a:gd name="T13" fmla="*/ 2 h 248"/>
                <a:gd name="T14" fmla="*/ 92 w 94"/>
                <a:gd name="T15" fmla="*/ 7 h 248"/>
                <a:gd name="T16" fmla="*/ 24 w 94"/>
                <a:gd name="T17" fmla="*/ 65 h 248"/>
                <a:gd name="T18" fmla="*/ 8 w 94"/>
                <a:gd name="T19" fmla="*/ 244 h 248"/>
                <a:gd name="T20" fmla="*/ 4 w 94"/>
                <a:gd name="T2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248">
                  <a:moveTo>
                    <a:pt x="4" y="248"/>
                  </a:moveTo>
                  <a:cubicBezTo>
                    <a:pt x="4" y="248"/>
                    <a:pt x="4" y="248"/>
                    <a:pt x="3" y="248"/>
                  </a:cubicBezTo>
                  <a:cubicBezTo>
                    <a:pt x="1" y="247"/>
                    <a:pt x="0" y="245"/>
                    <a:pt x="0" y="243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6" y="61"/>
                    <a:pt x="17" y="60"/>
                    <a:pt x="18" y="59"/>
                  </a:cubicBezTo>
                  <a:cubicBezTo>
                    <a:pt x="87" y="1"/>
                    <a:pt x="87" y="1"/>
                    <a:pt x="87" y="1"/>
                  </a:cubicBezTo>
                  <a:cubicBezTo>
                    <a:pt x="89" y="0"/>
                    <a:pt x="92" y="0"/>
                    <a:pt x="93" y="2"/>
                  </a:cubicBezTo>
                  <a:cubicBezTo>
                    <a:pt x="94" y="3"/>
                    <a:pt x="94" y="6"/>
                    <a:pt x="92" y="7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8" y="244"/>
                    <a:pt x="8" y="244"/>
                    <a:pt x="8" y="244"/>
                  </a:cubicBezTo>
                  <a:cubicBezTo>
                    <a:pt x="8" y="246"/>
                    <a:pt x="6" y="248"/>
                    <a:pt x="4" y="248"/>
                  </a:cubicBezTo>
                  <a:close/>
                </a:path>
              </a:pathLst>
            </a:custGeom>
            <a:solidFill>
              <a:srgbClr val="3A53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  <p:sp>
          <p:nvSpPr>
            <p:cNvPr id="62" name="Freeform 47"/>
            <p:cNvSpPr/>
            <p:nvPr>
              <p:custDataLst>
                <p:tags r:id="rId46"/>
              </p:custDataLst>
            </p:nvPr>
          </p:nvSpPr>
          <p:spPr bwMode="auto">
            <a:xfrm>
              <a:off x="2377" y="1221"/>
              <a:ext cx="544" cy="10"/>
            </a:xfrm>
            <a:custGeom>
              <a:avLst/>
              <a:gdLst>
                <a:gd name="T0" fmla="*/ 4 w 832"/>
                <a:gd name="T1" fmla="*/ 16 h 16"/>
                <a:gd name="T2" fmla="*/ 0 w 832"/>
                <a:gd name="T3" fmla="*/ 12 h 16"/>
                <a:gd name="T4" fmla="*/ 4 w 832"/>
                <a:gd name="T5" fmla="*/ 8 h 16"/>
                <a:gd name="T6" fmla="*/ 828 w 832"/>
                <a:gd name="T7" fmla="*/ 0 h 16"/>
                <a:gd name="T8" fmla="*/ 832 w 832"/>
                <a:gd name="T9" fmla="*/ 4 h 16"/>
                <a:gd name="T10" fmla="*/ 828 w 832"/>
                <a:gd name="T11" fmla="*/ 8 h 16"/>
                <a:gd name="T12" fmla="*/ 4 w 832"/>
                <a:gd name="T13" fmla="*/ 16 h 16"/>
                <a:gd name="T14" fmla="*/ 4 w 832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2" h="16">
                  <a:moveTo>
                    <a:pt x="4" y="16"/>
                  </a:moveTo>
                  <a:cubicBezTo>
                    <a:pt x="2" y="16"/>
                    <a:pt x="0" y="14"/>
                    <a:pt x="0" y="12"/>
                  </a:cubicBezTo>
                  <a:cubicBezTo>
                    <a:pt x="0" y="10"/>
                    <a:pt x="2" y="8"/>
                    <a:pt x="4" y="8"/>
                  </a:cubicBezTo>
                  <a:cubicBezTo>
                    <a:pt x="828" y="0"/>
                    <a:pt x="828" y="0"/>
                    <a:pt x="828" y="0"/>
                  </a:cubicBezTo>
                  <a:cubicBezTo>
                    <a:pt x="830" y="0"/>
                    <a:pt x="832" y="2"/>
                    <a:pt x="832" y="4"/>
                  </a:cubicBezTo>
                  <a:cubicBezTo>
                    <a:pt x="832" y="7"/>
                    <a:pt x="830" y="8"/>
                    <a:pt x="828" y="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lose/>
                </a:path>
              </a:pathLst>
            </a:custGeom>
            <a:solidFill>
              <a:srgbClr val="3A53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defTabSz="685800"/>
              <a:endParaRPr lang="zh-CN" altLang="en-US" sz="1350"/>
            </a:p>
          </p:txBody>
        </p:sp>
      </p:grpSp>
      <p:sp>
        <p:nvSpPr>
          <p:cNvPr id="82" name="矩形 81"/>
          <p:cNvSpPr/>
          <p:nvPr userDrawn="1">
            <p:custDataLst>
              <p:tags r:id="rId47"/>
            </p:custDataLst>
          </p:nvPr>
        </p:nvSpPr>
        <p:spPr bwMode="auto">
          <a:xfrm>
            <a:off x="3008526" y="4144020"/>
            <a:ext cx="139566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dist" defTabSz="457200"/>
            <a:r>
              <a:rPr lang="en-US" altLang="zh-CN" sz="110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  <a:endParaRPr lang="en-US" altLang="zh-CN" sz="110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87" name="Freeform 51"/>
          <p:cNvSpPr/>
          <p:nvPr userDrawn="1">
            <p:custDataLst>
              <p:tags r:id="rId48"/>
            </p:custDataLst>
          </p:nvPr>
        </p:nvSpPr>
        <p:spPr bwMode="auto">
          <a:xfrm>
            <a:off x="9271635" y="320675"/>
            <a:ext cx="347980" cy="316865"/>
          </a:xfrm>
          <a:custGeom>
            <a:avLst/>
            <a:gdLst>
              <a:gd name="T0" fmla="*/ 99 w 169"/>
              <a:gd name="T1" fmla="*/ 0 h 154"/>
              <a:gd name="T2" fmla="*/ 134 w 169"/>
              <a:gd name="T3" fmla="*/ 77 h 154"/>
              <a:gd name="T4" fmla="*/ 169 w 169"/>
              <a:gd name="T5" fmla="*/ 154 h 154"/>
              <a:gd name="T6" fmla="*/ 85 w 169"/>
              <a:gd name="T7" fmla="*/ 146 h 154"/>
              <a:gd name="T8" fmla="*/ 0 w 169"/>
              <a:gd name="T9" fmla="*/ 138 h 154"/>
              <a:gd name="T10" fmla="*/ 50 w 169"/>
              <a:gd name="T11" fmla="*/ 69 h 154"/>
              <a:gd name="T12" fmla="*/ 99 w 169"/>
              <a:gd name="T13" fmla="*/ 0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9" h="154">
                <a:moveTo>
                  <a:pt x="99" y="0"/>
                </a:moveTo>
                <a:lnTo>
                  <a:pt x="134" y="77"/>
                </a:lnTo>
                <a:lnTo>
                  <a:pt x="169" y="154"/>
                </a:lnTo>
                <a:lnTo>
                  <a:pt x="85" y="146"/>
                </a:lnTo>
                <a:lnTo>
                  <a:pt x="0" y="138"/>
                </a:lnTo>
                <a:lnTo>
                  <a:pt x="50" y="69"/>
                </a:lnTo>
                <a:lnTo>
                  <a:pt x="9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defTabSz="685800"/>
            <a:endParaRPr lang="zh-CN" altLang="en-US" sz="1350"/>
          </a:p>
        </p:txBody>
      </p:sp>
      <p:sp>
        <p:nvSpPr>
          <p:cNvPr id="88" name="Freeform 52"/>
          <p:cNvSpPr/>
          <p:nvPr userDrawn="1">
            <p:custDataLst>
              <p:tags r:id="rId49"/>
            </p:custDataLst>
          </p:nvPr>
        </p:nvSpPr>
        <p:spPr bwMode="auto">
          <a:xfrm>
            <a:off x="375285" y="1865630"/>
            <a:ext cx="339725" cy="333375"/>
          </a:xfrm>
          <a:custGeom>
            <a:avLst/>
            <a:gdLst>
              <a:gd name="T0" fmla="*/ 165 w 165"/>
              <a:gd name="T1" fmla="*/ 39 h 162"/>
              <a:gd name="T2" fmla="*/ 107 w 165"/>
              <a:gd name="T3" fmla="*/ 100 h 162"/>
              <a:gd name="T4" fmla="*/ 49 w 165"/>
              <a:gd name="T5" fmla="*/ 162 h 162"/>
              <a:gd name="T6" fmla="*/ 25 w 165"/>
              <a:gd name="T7" fmla="*/ 81 h 162"/>
              <a:gd name="T8" fmla="*/ 0 w 165"/>
              <a:gd name="T9" fmla="*/ 0 h 162"/>
              <a:gd name="T10" fmla="*/ 83 w 165"/>
              <a:gd name="T11" fmla="*/ 19 h 162"/>
              <a:gd name="T12" fmla="*/ 165 w 165"/>
              <a:gd name="T13" fmla="*/ 39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5" h="162">
                <a:moveTo>
                  <a:pt x="165" y="39"/>
                </a:moveTo>
                <a:lnTo>
                  <a:pt x="107" y="100"/>
                </a:lnTo>
                <a:lnTo>
                  <a:pt x="49" y="162"/>
                </a:lnTo>
                <a:lnTo>
                  <a:pt x="25" y="81"/>
                </a:lnTo>
                <a:lnTo>
                  <a:pt x="0" y="0"/>
                </a:lnTo>
                <a:lnTo>
                  <a:pt x="83" y="19"/>
                </a:lnTo>
                <a:lnTo>
                  <a:pt x="165" y="3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defTabSz="685800"/>
            <a:endParaRPr lang="zh-CN" altLang="en-US" sz="1350"/>
          </a:p>
        </p:txBody>
      </p:sp>
      <p:sp>
        <p:nvSpPr>
          <p:cNvPr id="89" name="Oval 53"/>
          <p:cNvSpPr>
            <a:spLocks noChangeArrowheads="1"/>
          </p:cNvSpPr>
          <p:nvPr userDrawn="1">
            <p:custDataLst>
              <p:tags r:id="rId50"/>
            </p:custDataLst>
          </p:nvPr>
        </p:nvSpPr>
        <p:spPr bwMode="auto">
          <a:xfrm>
            <a:off x="4928235" y="499745"/>
            <a:ext cx="277495" cy="27559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defTabSz="685800"/>
            <a:endParaRPr lang="zh-CN" altLang="en-US" sz="1350"/>
          </a:p>
        </p:txBody>
      </p:sp>
      <p:sp>
        <p:nvSpPr>
          <p:cNvPr id="90" name="Oval 54"/>
          <p:cNvSpPr>
            <a:spLocks noChangeArrowheads="1"/>
          </p:cNvSpPr>
          <p:nvPr userDrawn="1">
            <p:custDataLst>
              <p:tags r:id="rId51"/>
            </p:custDataLst>
          </p:nvPr>
        </p:nvSpPr>
        <p:spPr bwMode="auto">
          <a:xfrm>
            <a:off x="11600815" y="2631440"/>
            <a:ext cx="275590" cy="277495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defTabSz="685800"/>
            <a:endParaRPr lang="zh-CN" altLang="en-US" sz="1350"/>
          </a:p>
        </p:txBody>
      </p:sp>
      <p:sp>
        <p:nvSpPr>
          <p:cNvPr id="91" name="Oval 55"/>
          <p:cNvSpPr>
            <a:spLocks noChangeArrowheads="1"/>
          </p:cNvSpPr>
          <p:nvPr userDrawn="1">
            <p:custDataLst>
              <p:tags r:id="rId52"/>
            </p:custDataLst>
          </p:nvPr>
        </p:nvSpPr>
        <p:spPr bwMode="auto">
          <a:xfrm>
            <a:off x="539750" y="5859780"/>
            <a:ext cx="277495" cy="277495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defTabSz="685800"/>
            <a:endParaRPr lang="zh-CN" altLang="en-US" sz="135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53"/>
            </p:custDataLst>
          </p:nvPr>
        </p:nvSpPr>
        <p:spPr>
          <a:xfrm>
            <a:off x="2717165" y="3088640"/>
            <a:ext cx="1978025" cy="1037590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lt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8" name="日期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7" hasCustomPrompt="1"/>
            <p:custDataLst>
              <p:tags r:id="rId7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9" hasCustomPrompt="1"/>
            <p:custDataLst>
              <p:tags r:id="rId8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idx="16385" hasCustomPrompt="1"/>
            <p:custDataLst>
              <p:tags r:id="rId4"/>
            </p:custDataLst>
          </p:nvPr>
        </p:nvSpPr>
        <p:spPr>
          <a:xfrm>
            <a:off x="6095365" y="3530600"/>
            <a:ext cx="5080635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r"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8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5" name="Title 14"/>
          <p:cNvSpPr>
            <a:spLocks noGrp="1"/>
          </p:cNvSpPr>
          <p:nvPr>
            <p:ph type="ctrTitle" idx="17826049" hasCustomPrompt="1"/>
            <p:custDataLst>
              <p:tags r:id="rId9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883777" hasCustomPrompt="1"/>
            <p:custDataLst>
              <p:tags r:id="rId10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883522" hasCustomPrompt="1"/>
            <p:custDataLst>
              <p:tags r:id="rId11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446017" hasCustomPrompt="1"/>
            <p:custDataLst>
              <p:tags r:id="rId12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19949313" hasCustomPrompt="1"/>
            <p:custDataLst>
              <p:tags r:id="rId13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19949058" hasCustomPrompt="1"/>
            <p:custDataLst>
              <p:tags r:id="rId14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11553" hasCustomPrompt="1"/>
            <p:custDataLst>
              <p:tags r:id="rId15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14849" hasCustomPrompt="1"/>
            <p:custDataLst>
              <p:tags r:id="rId16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14594" hasCustomPrompt="1"/>
            <p:custDataLst>
              <p:tags r:id="rId17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577089" hasCustomPrompt="1"/>
            <p:custDataLst>
              <p:tags r:id="rId18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Text Placeholder 24"/>
          <p:cNvSpPr>
            <a:spLocks noGrp="1"/>
          </p:cNvSpPr>
          <p:nvPr>
            <p:ph type="body" idx="320080385" hasCustomPrompt="1"/>
            <p:custDataLst>
              <p:tags r:id="rId19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320080130" hasCustomPrompt="1"/>
            <p:custDataLst>
              <p:tags r:id="rId20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Text Placeholder 26"/>
          <p:cNvSpPr>
            <a:spLocks noGrp="1"/>
          </p:cNvSpPr>
          <p:nvPr>
            <p:ph type="body" idx="51642625" hasCustomPrompt="1"/>
            <p:custDataLst>
              <p:tags r:id="rId21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页-1-5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8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7" hasCustomPrompt="1"/>
            <p:custDataLst>
              <p:tags r:id="rId17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9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398" hasCustomPrompt="1"/>
            <p:custDataLst>
              <p:tags r:id="rId20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42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27_1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609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81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574800" y="22860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574800" y="2743200"/>
            <a:ext cx="10007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1574800" y="3657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574800" y="4114800"/>
            <a:ext cx="10007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7" hasCustomPrompt="1"/>
            <p:custDataLst>
              <p:tags r:id="rId17"/>
            </p:custDataLst>
          </p:nvPr>
        </p:nvSpPr>
        <p:spPr>
          <a:xfrm>
            <a:off x="609600" y="5029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781050" y="5232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1574800" y="5029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0"/>
            </p:custDataLst>
          </p:nvPr>
        </p:nvSpPr>
        <p:spPr>
          <a:xfrm>
            <a:off x="1574800" y="5486400"/>
            <a:ext cx="10007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4_2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idx="16392" hasCustomPrompt="1"/>
            <p:custDataLst>
              <p:tags r:id="rId9"/>
            </p:custDataLst>
          </p:nvPr>
        </p:nvSpPr>
        <p:spPr>
          <a:xfrm>
            <a:off x="609600" y="16002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2082800" y="16510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2082800" y="21590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609600" y="32766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2082800" y="33274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2082800" y="38354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4" hasCustomPrompt="1"/>
            <p:custDataLst>
              <p:tags r:id="rId15"/>
            </p:custDataLst>
          </p:nvPr>
        </p:nvSpPr>
        <p:spPr>
          <a:xfrm>
            <a:off x="609600" y="49530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082800" y="5003800"/>
            <a:ext cx="9499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082800" y="5511800"/>
            <a:ext cx="9499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51_4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3225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10007_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2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096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1" hasCustomPrompt="1"/>
            <p:custDataLst>
              <p:tags r:id="rId10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9144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62484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3" hasCustomPrompt="1"/>
            <p:custDataLst>
              <p:tags r:id="rId14"/>
            </p:custDataLst>
          </p:nvPr>
        </p:nvSpPr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65532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5_2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8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8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buNone/>
              <a:defRPr sz="8000" b="0" spc="0">
                <a:solidFill>
                  <a:schemeClr val="accent1"/>
                </a:solidFill>
              </a:defRPr>
            </a:lvl1pPr>
            <a:lvl5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10013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54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26670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0" hasCustomPrompt="1"/>
            <p:custDataLst>
              <p:tags r:id="rId11"/>
            </p:custDataLst>
          </p:nvPr>
        </p:nvSpPr>
        <p:spPr>
          <a:xfrm>
            <a:off x="29514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1016000" y="3606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3"/>
            </p:custDataLst>
          </p:nvPr>
        </p:nvSpPr>
        <p:spPr>
          <a:xfrm>
            <a:off x="1016000" y="41656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395" hasCustomPrompt="1"/>
            <p:custDataLst>
              <p:tags r:id="rId15"/>
            </p:custDataLst>
          </p:nvPr>
        </p:nvSpPr>
        <p:spPr>
          <a:xfrm>
            <a:off x="83058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图片占位符 21"/>
          <p:cNvSpPr>
            <a:spLocks noGrp="1"/>
          </p:cNvSpPr>
          <p:nvPr>
            <p:ph type="pic" idx="16393" hasCustomPrompt="1"/>
            <p:custDataLst>
              <p:tags r:id="rId16"/>
            </p:custDataLst>
          </p:nvPr>
        </p:nvSpPr>
        <p:spPr>
          <a:xfrm>
            <a:off x="85902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6654800" y="36068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89" hasCustomPrompt="1"/>
            <p:custDataLst>
              <p:tags r:id="rId18"/>
            </p:custDataLst>
          </p:nvPr>
        </p:nvSpPr>
        <p:spPr>
          <a:xfrm>
            <a:off x="6654800" y="41656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8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5" hasCustomPrompt="1"/>
            <p:custDataLst>
              <p:tags r:id="rId14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7" hasCustomPrompt="1"/>
            <p:custDataLst>
              <p:tags r:id="rId18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48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1" hasCustomPrompt="1"/>
            <p:custDataLst>
              <p:tags r:id="rId10"/>
            </p:custDataLst>
          </p:nvPr>
        </p:nvSpPr>
        <p:spPr>
          <a:xfrm>
            <a:off x="914400" y="1828800"/>
            <a:ext cx="47244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3" hasCustomPrompt="1"/>
            <p:custDataLst>
              <p:tags r:id="rId14"/>
            </p:custDataLst>
          </p:nvPr>
        </p:nvSpPr>
        <p:spPr>
          <a:xfrm>
            <a:off x="6553200" y="1828800"/>
            <a:ext cx="4724400" cy="2336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10004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3" hasCustomPrompt="1"/>
            <p:custDataLst>
              <p:tags r:id="rId12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26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5" hasCustomPrompt="1"/>
            <p:custDataLst>
              <p:tags r:id="rId14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4673600" y="23368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7" hasCustomPrompt="1"/>
            <p:custDataLst>
              <p:tags r:id="rId18"/>
            </p:custDataLst>
          </p:nvPr>
        </p:nvSpPr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53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5" hasCustomPrompt="1"/>
            <p:custDataLst>
              <p:tags r:id="rId14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46736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46736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7" hasCustomPrompt="1"/>
            <p:custDataLst>
              <p:tags r:id="rId18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0_8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6_8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10012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_1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609600" y="1701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2" hasCustomPrompt="1"/>
            <p:custDataLst>
              <p:tags r:id="rId10"/>
            </p:custDataLst>
          </p:nvPr>
        </p:nvSpPr>
        <p:spPr>
          <a:xfrm>
            <a:off x="822960" y="1915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778000" y="16002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778000" y="21082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4" hasCustomPrompt="1"/>
            <p:custDataLst>
              <p:tags r:id="rId14"/>
            </p:custDataLst>
          </p:nvPr>
        </p:nvSpPr>
        <p:spPr>
          <a:xfrm>
            <a:off x="822960" y="3642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1778000" y="33274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1778000" y="38354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7" hasCustomPrompt="1"/>
            <p:custDataLst>
              <p:tags r:id="rId17"/>
            </p:custDataLst>
          </p:nvPr>
        </p:nvSpPr>
        <p:spPr>
          <a:xfrm>
            <a:off x="609600" y="5156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6" hasCustomPrompt="1"/>
            <p:custDataLst>
              <p:tags r:id="rId18"/>
            </p:custDataLst>
          </p:nvPr>
        </p:nvSpPr>
        <p:spPr>
          <a:xfrm>
            <a:off x="822960" y="5369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1778000" y="5054600"/>
            <a:ext cx="980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1778000" y="5562600"/>
            <a:ext cx="980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1_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914400" y="1803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2082800" y="18542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2082800" y="23622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5" hasCustomPrompt="1"/>
            <p:custDataLst>
              <p:tags r:id="rId14"/>
            </p:custDataLst>
          </p:nvPr>
        </p:nvSpPr>
        <p:spPr>
          <a:xfrm>
            <a:off x="914400" y="3429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2082800" y="34798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2082800" y="39878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7" hasCustomPrompt="1"/>
            <p:custDataLst>
              <p:tags r:id="rId18"/>
            </p:custDataLst>
          </p:nvPr>
        </p:nvSpPr>
        <p:spPr>
          <a:xfrm>
            <a:off x="914400" y="50546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2082800" y="5105400"/>
            <a:ext cx="91948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2082800" y="5613400"/>
            <a:ext cx="9194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39_1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2" hasCustomPrompt="1"/>
            <p:custDataLst>
              <p:tags r:id="rId10"/>
            </p:custDataLst>
          </p:nvPr>
        </p:nvSpPr>
        <p:spPr>
          <a:xfrm>
            <a:off x="914400" y="1879600"/>
            <a:ext cx="762000" cy="762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879600" y="1879600"/>
            <a:ext cx="9398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879600" y="2336800"/>
            <a:ext cx="9398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4" hasCustomPrompt="1"/>
            <p:custDataLst>
              <p:tags r:id="rId14"/>
            </p:custDataLst>
          </p:nvPr>
        </p:nvSpPr>
        <p:spPr>
          <a:xfrm>
            <a:off x="914400" y="3505200"/>
            <a:ext cx="762000" cy="762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5"/>
            </p:custDataLst>
          </p:nvPr>
        </p:nvSpPr>
        <p:spPr>
          <a:xfrm>
            <a:off x="1879600" y="3505200"/>
            <a:ext cx="9398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16"/>
            </p:custDataLst>
          </p:nvPr>
        </p:nvSpPr>
        <p:spPr>
          <a:xfrm>
            <a:off x="1879600" y="3962400"/>
            <a:ext cx="9398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7" hasCustomPrompt="1"/>
            <p:custDataLst>
              <p:tags r:id="rId17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396" hasCustomPrompt="1"/>
            <p:custDataLst>
              <p:tags r:id="rId18"/>
            </p:custDataLst>
          </p:nvPr>
        </p:nvSpPr>
        <p:spPr>
          <a:xfrm>
            <a:off x="914400" y="5130800"/>
            <a:ext cx="762000" cy="762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1879600" y="5130800"/>
            <a:ext cx="9398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1879600" y="5588000"/>
            <a:ext cx="93980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62_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0" hasCustomPrompt="1"/>
            <p:custDataLst>
              <p:tags r:id="rId9"/>
            </p:custDataLst>
          </p:nvPr>
        </p:nvSpPr>
        <p:spPr>
          <a:xfrm>
            <a:off x="609600" y="3505200"/>
            <a:ext cx="10972800" cy="2743200"/>
          </a:xfrm>
          <a:custGeom>
            <a:avLst/>
            <a:gdLst>
              <a:gd name="connisteX0" fmla="*/ 0 w 10972800"/>
              <a:gd name="connsiteY0" fmla="*/ 203200 h 2743200"/>
              <a:gd name="connisteX1" fmla="*/ 203200 w 10972800"/>
              <a:gd name="connsiteY1" fmla="*/ 0 h 2743200"/>
              <a:gd name="connisteX2" fmla="*/ 10769600 w 10972800"/>
              <a:gd name="connsiteY2" fmla="*/ 0 h 2743200"/>
              <a:gd name="connisteX3" fmla="*/ 10972800 w 10972800"/>
              <a:gd name="connsiteY3" fmla="*/ 203200 h 2743200"/>
              <a:gd name="connisteX4" fmla="*/ 10972800 w 10972800"/>
              <a:gd name="connsiteY4" fmla="*/ 2540000 h 2743200"/>
              <a:gd name="connisteX5" fmla="*/ 10769600 w 10972800"/>
              <a:gd name="connsiteY5" fmla="*/ 2743200 h 2743200"/>
              <a:gd name="connisteX6" fmla="*/ 203200 w 10972800"/>
              <a:gd name="connsiteY6" fmla="*/ 2743200 h 2743200"/>
              <a:gd name="connisteX7" fmla="*/ 0 w 10972800"/>
              <a:gd name="connsiteY7" fmla="*/ 2540000 h 2743200"/>
              <a:gd name="connisteX8" fmla="*/ 0 w 109728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40000"/>
                </a:lnTo>
                <a:cubicBezTo>
                  <a:pt x="10972800" y="2652224"/>
                  <a:pt x="10881824" y="2743200"/>
                  <a:pt x="107696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648200" y="7620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1"/>
            </p:custDataLst>
          </p:nvPr>
        </p:nvSpPr>
        <p:spPr>
          <a:xfrm>
            <a:off x="4826000" y="9398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2"/>
            </p:custDataLst>
          </p:nvPr>
        </p:nvSpPr>
        <p:spPr>
          <a:xfrm>
            <a:off x="5613400" y="6096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3"/>
            </p:custDataLst>
          </p:nvPr>
        </p:nvSpPr>
        <p:spPr>
          <a:xfrm>
            <a:off x="5613400" y="1066800"/>
            <a:ext cx="596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4648200" y="2133600"/>
            <a:ext cx="762000" cy="762000"/>
          </a:xfrm>
          <a:custGeom>
            <a:avLst/>
            <a:gdLst>
              <a:gd name="connisteX0" fmla="*/ 0 w 762000"/>
              <a:gd name="connsiteY0" fmla="*/ 381000 h 762000"/>
              <a:gd name="connisteX1" fmla="*/ 381000 w 762000"/>
              <a:gd name="connsiteY1" fmla="*/ 0 h 762000"/>
              <a:gd name="connisteX2" fmla="*/ 381000 w 762000"/>
              <a:gd name="connsiteY2" fmla="*/ 0 h 762000"/>
              <a:gd name="connisteX3" fmla="*/ 762000 w 762000"/>
              <a:gd name="connsiteY3" fmla="*/ 381000 h 762000"/>
              <a:gd name="connisteX4" fmla="*/ 762000 w 762000"/>
              <a:gd name="connsiteY4" fmla="*/ 381000 h 762000"/>
              <a:gd name="connisteX5" fmla="*/ 381000 w 762000"/>
              <a:gd name="connsiteY5" fmla="*/ 762000 h 762000"/>
              <a:gd name="connisteX6" fmla="*/ 381000 w 762000"/>
              <a:gd name="connsiteY6" fmla="*/ 762000 h 762000"/>
              <a:gd name="connisteX7" fmla="*/ 0 w 762000"/>
              <a:gd name="connsiteY7" fmla="*/ 381000 h 762000"/>
              <a:gd name="connisteX8" fmla="*/ 0 w 762000"/>
              <a:gd name="connsiteY8" fmla="*/ 3810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381000"/>
                </a:moveTo>
                <a:cubicBezTo>
                  <a:pt x="0" y="170580"/>
                  <a:pt x="170580" y="0"/>
                  <a:pt x="381000" y="0"/>
                </a:cubicBezTo>
                <a:lnTo>
                  <a:pt x="381000" y="0"/>
                </a:lnTo>
                <a:cubicBezTo>
                  <a:pt x="591420" y="0"/>
                  <a:pt x="762000" y="170580"/>
                  <a:pt x="762000" y="381000"/>
                </a:cubicBezTo>
                <a:lnTo>
                  <a:pt x="762000" y="381000"/>
                </a:lnTo>
                <a:cubicBezTo>
                  <a:pt x="762000" y="591420"/>
                  <a:pt x="591420" y="762000"/>
                  <a:pt x="381000" y="762000"/>
                </a:cubicBezTo>
                <a:lnTo>
                  <a:pt x="381000" y="762000"/>
                </a:lnTo>
                <a:cubicBezTo>
                  <a:pt x="170580" y="762000"/>
                  <a:pt x="0" y="591420"/>
                  <a:pt x="0" y="381000"/>
                </a:cubicBezTo>
                <a:lnTo>
                  <a:pt x="0" y="381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5"/>
            </p:custDataLst>
          </p:nvPr>
        </p:nvSpPr>
        <p:spPr>
          <a:xfrm>
            <a:off x="4826000" y="2311400"/>
            <a:ext cx="406400" cy="4064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5613400" y="1981200"/>
            <a:ext cx="596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5613400" y="2438400"/>
            <a:ext cx="596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10003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609600" y="21336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09600" y="26924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1"/>
            </p:custDataLst>
          </p:nvPr>
        </p:nvSpPr>
        <p:spPr>
          <a:xfrm>
            <a:off x="9144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248400" y="21336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6248400" y="26924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65532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59_4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内容占位符 14"/>
          <p:cNvSpPr>
            <a:spLocks noGrp="1"/>
          </p:cNvSpPr>
          <p:nvPr>
            <p:ph idx="16392" hasCustomPrompt="1"/>
            <p:custDataLst>
              <p:tags r:id="rId9"/>
            </p:custDataLst>
          </p:nvPr>
        </p:nvSpPr>
        <p:spPr>
          <a:xfrm>
            <a:off x="609600" y="37592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6096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9144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9144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43688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6736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6736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8128000" y="1524000"/>
            <a:ext cx="3454400" cy="2082800"/>
          </a:xfrm>
          <a:custGeom>
            <a:avLst/>
            <a:gdLst>
              <a:gd name="connisteX0" fmla="*/ 0 w 3454400"/>
              <a:gd name="connsiteY0" fmla="*/ 203200 h 2082800"/>
              <a:gd name="connisteX1" fmla="*/ 203200 w 3454400"/>
              <a:gd name="connsiteY1" fmla="*/ 0 h 2082800"/>
              <a:gd name="connisteX2" fmla="*/ 3251200 w 3454400"/>
              <a:gd name="connsiteY2" fmla="*/ 0 h 2082800"/>
              <a:gd name="connisteX3" fmla="*/ 3454400 w 3454400"/>
              <a:gd name="connsiteY3" fmla="*/ 203200 h 2082800"/>
              <a:gd name="connisteX4" fmla="*/ 3454400 w 3454400"/>
              <a:gd name="connsiteY4" fmla="*/ 1879600 h 2082800"/>
              <a:gd name="connisteX5" fmla="*/ 3251200 w 3454400"/>
              <a:gd name="connsiteY5" fmla="*/ 2082800 h 2082800"/>
              <a:gd name="connisteX6" fmla="*/ 203200 w 3454400"/>
              <a:gd name="connsiteY6" fmla="*/ 2082800 h 2082800"/>
              <a:gd name="connisteX7" fmla="*/ 0 w 3454400"/>
              <a:gd name="connsiteY7" fmla="*/ 1879600 h 2082800"/>
              <a:gd name="connisteX8" fmla="*/ 0 w 34544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7"/>
            </p:custDataLst>
          </p:nvPr>
        </p:nvSpPr>
        <p:spPr>
          <a:xfrm>
            <a:off x="8432800" y="182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18"/>
            </p:custDataLst>
          </p:nvPr>
        </p:nvSpPr>
        <p:spPr>
          <a:xfrm>
            <a:off x="8432800" y="23876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页-27_2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椭圆 11"/>
          <p:cNvSpPr/>
          <p:nvPr userDrawn="1">
            <p:custDataLst>
              <p:tags r:id="rId5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6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7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1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2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7" hasCustomPrompt="1"/>
            <p:custDataLst>
              <p:tags r:id="rId17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0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8" Type="http://schemas.openxmlformats.org/officeDocument/2006/relationships/theme" Target="../theme/theme2.xml"/><Relationship Id="rId47" Type="http://schemas.openxmlformats.org/officeDocument/2006/relationships/tags" Target="../tags/tag589.xml"/><Relationship Id="rId46" Type="http://schemas.openxmlformats.org/officeDocument/2006/relationships/tags" Target="../tags/tag588.xml"/><Relationship Id="rId45" Type="http://schemas.openxmlformats.org/officeDocument/2006/relationships/tags" Target="../tags/tag587.xml"/><Relationship Id="rId44" Type="http://schemas.openxmlformats.org/officeDocument/2006/relationships/tags" Target="../tags/tag586.xml"/><Relationship Id="rId43" Type="http://schemas.openxmlformats.org/officeDocument/2006/relationships/tags" Target="../tags/tag585.xml"/><Relationship Id="rId42" Type="http://schemas.openxmlformats.org/officeDocument/2006/relationships/tags" Target="../tags/tag584.xml"/><Relationship Id="rId41" Type="http://schemas.openxmlformats.org/officeDocument/2006/relationships/tags" Target="../tags/tag583.xml"/><Relationship Id="rId40" Type="http://schemas.openxmlformats.org/officeDocument/2006/relationships/tags" Target="../tags/tag582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581.xml"/><Relationship Id="rId38" Type="http://schemas.openxmlformats.org/officeDocument/2006/relationships/tags" Target="../tags/tag580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90204" pitchFamily="34" charset="0"/>
        <a:buChar char="•"/>
        <a:defRPr lang="zh-CN" altLang="en-US" sz="2400" kern="1200" dirty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en-US" altLang="zh-CN" sz="2400" kern="1200" dirty="0" smtClean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en-US" altLang="zh-CN" sz="2400" kern="1200" dirty="0" smtClean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None/>
        <a:defRPr lang="en-US" altLang="zh-CN" sz="2400" kern="1200" dirty="0" smtClean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2" name="椭圆 11"/>
          <p:cNvSpPr/>
          <p:nvPr userDrawn="1">
            <p:custDataLst>
              <p:tags r:id="rId43"/>
            </p:custDataLst>
          </p:nvPr>
        </p:nvSpPr>
        <p:spPr>
          <a:xfrm>
            <a:off x="11105515" y="165735"/>
            <a:ext cx="255905" cy="255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3" name="椭圆 12"/>
          <p:cNvSpPr/>
          <p:nvPr userDrawn="1">
            <p:custDataLst>
              <p:tags r:id="rId44"/>
            </p:custDataLst>
          </p:nvPr>
        </p:nvSpPr>
        <p:spPr>
          <a:xfrm>
            <a:off x="11451590" y="165735"/>
            <a:ext cx="255905" cy="25590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14" name="椭圆 13"/>
          <p:cNvSpPr/>
          <p:nvPr userDrawn="1">
            <p:custDataLst>
              <p:tags r:id="rId45"/>
            </p:custDataLst>
          </p:nvPr>
        </p:nvSpPr>
        <p:spPr>
          <a:xfrm>
            <a:off x="11797665" y="165735"/>
            <a:ext cx="255905" cy="255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  <p:sp>
        <p:nvSpPr>
          <p:cNvPr id="7" name="KSO_TEMPLATE" hidden="1"/>
          <p:cNvSpPr/>
          <p:nvPr userDrawn="1">
            <p:custDataLst>
              <p:tags r:id="rId4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</p:spTree>
    <p:custDataLst>
      <p:tags r:id="rId4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>
            <a:outerShdw>
              <a:srgbClr val="FFFFFF"/>
            </a:outerShdw>
          </a:effectLst>
          <a:uFill>
            <a:solidFill>
              <a:srgbClr val="4E62A6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9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592.xml"/><Relationship Id="rId5" Type="http://schemas.openxmlformats.org/officeDocument/2006/relationships/tags" Target="../tags/tag591.xml"/><Relationship Id="rId4" Type="http://schemas.openxmlformats.org/officeDocument/2006/relationships/tags" Target="../tags/tag590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" Type="http://schemas.openxmlformats.org/officeDocument/2006/relationships/tags" Target="../tags/tag598.xml"/><Relationship Id="rId6" Type="http://schemas.openxmlformats.org/officeDocument/2006/relationships/slide" Target="slide3.xml"/><Relationship Id="rId5" Type="http://schemas.openxmlformats.org/officeDocument/2006/relationships/tags" Target="../tags/tag597.xml"/><Relationship Id="rId4" Type="http://schemas.openxmlformats.org/officeDocument/2006/relationships/tags" Target="../tags/tag596.xml"/><Relationship Id="rId3" Type="http://schemas.openxmlformats.org/officeDocument/2006/relationships/tags" Target="../tags/tag595.xml"/><Relationship Id="rId26" Type="http://schemas.openxmlformats.org/officeDocument/2006/relationships/slideLayout" Target="../slideLayouts/slideLayout23.xml"/><Relationship Id="rId25" Type="http://schemas.openxmlformats.org/officeDocument/2006/relationships/tags" Target="../tags/tag610.xml"/><Relationship Id="rId24" Type="http://schemas.openxmlformats.org/officeDocument/2006/relationships/image" Target="../media/image8.svg"/><Relationship Id="rId23" Type="http://schemas.openxmlformats.org/officeDocument/2006/relationships/image" Target="../media/image7.png"/><Relationship Id="rId22" Type="http://schemas.openxmlformats.org/officeDocument/2006/relationships/slide" Target="slide18.xml"/><Relationship Id="rId21" Type="http://schemas.openxmlformats.org/officeDocument/2006/relationships/tags" Target="../tags/tag609.xml"/><Relationship Id="rId20" Type="http://schemas.openxmlformats.org/officeDocument/2006/relationships/tags" Target="../tags/tag608.xml"/><Relationship Id="rId2" Type="http://schemas.openxmlformats.org/officeDocument/2006/relationships/tags" Target="../tags/tag594.xml"/><Relationship Id="rId19" Type="http://schemas.openxmlformats.org/officeDocument/2006/relationships/tags" Target="../tags/tag607.xml"/><Relationship Id="rId18" Type="http://schemas.openxmlformats.org/officeDocument/2006/relationships/slide" Target="slide10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slide" Target="slide12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slide" Target="slide8.xml"/><Relationship Id="rId1" Type="http://schemas.openxmlformats.org/officeDocument/2006/relationships/tags" Target="../tags/tag593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tags" Target="../tags/tag613.xml"/><Relationship Id="rId4" Type="http://schemas.openxmlformats.org/officeDocument/2006/relationships/image" Target="../media/image8.svg"/><Relationship Id="rId3" Type="http://schemas.openxmlformats.org/officeDocument/2006/relationships/image" Target="../media/image9.png"/><Relationship Id="rId2" Type="http://schemas.openxmlformats.org/officeDocument/2006/relationships/tags" Target="../tags/tag612.xml"/><Relationship Id="rId1" Type="http://schemas.openxmlformats.org/officeDocument/2006/relationships/tags" Target="../tags/tag61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21.xml"/><Relationship Id="rId8" Type="http://schemas.openxmlformats.org/officeDocument/2006/relationships/tags" Target="../tags/tag620.xml"/><Relationship Id="rId7" Type="http://schemas.openxmlformats.org/officeDocument/2006/relationships/tags" Target="../tags/tag619.xml"/><Relationship Id="rId6" Type="http://schemas.openxmlformats.org/officeDocument/2006/relationships/tags" Target="../tags/tag618.xml"/><Relationship Id="rId5" Type="http://schemas.openxmlformats.org/officeDocument/2006/relationships/tags" Target="../tags/tag617.xml"/><Relationship Id="rId4" Type="http://schemas.openxmlformats.org/officeDocument/2006/relationships/image" Target="../media/image10.png"/><Relationship Id="rId3" Type="http://schemas.openxmlformats.org/officeDocument/2006/relationships/tags" Target="../tags/tag616.xml"/><Relationship Id="rId2" Type="http://schemas.openxmlformats.org/officeDocument/2006/relationships/tags" Target="../tags/tag615.xml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24.xml"/><Relationship Id="rId16" Type="http://schemas.openxmlformats.org/officeDocument/2006/relationships/tags" Target="../tags/tag626.xml"/><Relationship Id="rId15" Type="http://schemas.openxmlformats.org/officeDocument/2006/relationships/image" Target="../media/image8.svg"/><Relationship Id="rId14" Type="http://schemas.openxmlformats.org/officeDocument/2006/relationships/image" Target="../media/image9.png"/><Relationship Id="rId13" Type="http://schemas.openxmlformats.org/officeDocument/2006/relationships/tags" Target="../tags/tag625.xml"/><Relationship Id="rId12" Type="http://schemas.openxmlformats.org/officeDocument/2006/relationships/tags" Target="../tags/tag624.xml"/><Relationship Id="rId11" Type="http://schemas.openxmlformats.org/officeDocument/2006/relationships/tags" Target="../tags/tag623.xml"/><Relationship Id="rId10" Type="http://schemas.openxmlformats.org/officeDocument/2006/relationships/tags" Target="../tags/tag622.xml"/><Relationship Id="rId1" Type="http://schemas.openxmlformats.org/officeDocument/2006/relationships/tags" Target="../tags/tag6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35.xml"/><Relationship Id="rId8" Type="http://schemas.openxmlformats.org/officeDocument/2006/relationships/tags" Target="../tags/tag634.xml"/><Relationship Id="rId7" Type="http://schemas.openxmlformats.org/officeDocument/2006/relationships/tags" Target="../tags/tag633.xml"/><Relationship Id="rId6" Type="http://schemas.openxmlformats.org/officeDocument/2006/relationships/tags" Target="../tags/tag632.xml"/><Relationship Id="rId5" Type="http://schemas.openxmlformats.org/officeDocument/2006/relationships/tags" Target="../tags/tag631.xml"/><Relationship Id="rId4" Type="http://schemas.openxmlformats.org/officeDocument/2006/relationships/tags" Target="../tags/tag630.xml"/><Relationship Id="rId3" Type="http://schemas.openxmlformats.org/officeDocument/2006/relationships/tags" Target="../tags/tag629.xml"/><Relationship Id="rId20" Type="http://schemas.openxmlformats.org/officeDocument/2006/relationships/slideLayout" Target="../slideLayouts/slideLayout25.xml"/><Relationship Id="rId2" Type="http://schemas.openxmlformats.org/officeDocument/2006/relationships/tags" Target="../tags/tag628.xml"/><Relationship Id="rId19" Type="http://schemas.openxmlformats.org/officeDocument/2006/relationships/tags" Target="../tags/tag643.xml"/><Relationship Id="rId18" Type="http://schemas.openxmlformats.org/officeDocument/2006/relationships/image" Target="../media/image8.svg"/><Relationship Id="rId17" Type="http://schemas.openxmlformats.org/officeDocument/2006/relationships/image" Target="../media/image9.png"/><Relationship Id="rId16" Type="http://schemas.openxmlformats.org/officeDocument/2006/relationships/tags" Target="../tags/tag642.xml"/><Relationship Id="rId15" Type="http://schemas.openxmlformats.org/officeDocument/2006/relationships/tags" Target="../tags/tag641.xml"/><Relationship Id="rId14" Type="http://schemas.openxmlformats.org/officeDocument/2006/relationships/tags" Target="../tags/tag640.xml"/><Relationship Id="rId13" Type="http://schemas.openxmlformats.org/officeDocument/2006/relationships/tags" Target="../tags/tag639.xml"/><Relationship Id="rId12" Type="http://schemas.openxmlformats.org/officeDocument/2006/relationships/tags" Target="../tags/tag638.xml"/><Relationship Id="rId11" Type="http://schemas.openxmlformats.org/officeDocument/2006/relationships/tags" Target="../tags/tag637.xml"/><Relationship Id="rId10" Type="http://schemas.openxmlformats.org/officeDocument/2006/relationships/tags" Target="../tags/tag636.xml"/><Relationship Id="rId1" Type="http://schemas.openxmlformats.org/officeDocument/2006/relationships/tags" Target="../tags/tag62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51.xml"/><Relationship Id="rId8" Type="http://schemas.openxmlformats.org/officeDocument/2006/relationships/tags" Target="../tags/tag650.xml"/><Relationship Id="rId7" Type="http://schemas.openxmlformats.org/officeDocument/2006/relationships/tags" Target="../tags/tag649.xml"/><Relationship Id="rId6" Type="http://schemas.openxmlformats.org/officeDocument/2006/relationships/tags" Target="../tags/tag648.xml"/><Relationship Id="rId5" Type="http://schemas.openxmlformats.org/officeDocument/2006/relationships/tags" Target="../tags/tag647.xml"/><Relationship Id="rId4" Type="http://schemas.openxmlformats.org/officeDocument/2006/relationships/image" Target="../media/image11.png"/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7.xml"/><Relationship Id="rId14" Type="http://schemas.openxmlformats.org/officeDocument/2006/relationships/tags" Target="../tags/tag654.xml"/><Relationship Id="rId13" Type="http://schemas.openxmlformats.org/officeDocument/2006/relationships/image" Target="../media/image8.svg"/><Relationship Id="rId12" Type="http://schemas.openxmlformats.org/officeDocument/2006/relationships/image" Target="../media/image9.png"/><Relationship Id="rId11" Type="http://schemas.openxmlformats.org/officeDocument/2006/relationships/tags" Target="../tags/tag653.xml"/><Relationship Id="rId10" Type="http://schemas.openxmlformats.org/officeDocument/2006/relationships/tags" Target="../tags/tag652.xml"/><Relationship Id="rId1" Type="http://schemas.openxmlformats.org/officeDocument/2006/relationships/tags" Target="../tags/tag64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61.xml"/><Relationship Id="rId8" Type="http://schemas.openxmlformats.org/officeDocument/2006/relationships/tags" Target="../tags/tag660.xml"/><Relationship Id="rId7" Type="http://schemas.openxmlformats.org/officeDocument/2006/relationships/tags" Target="../tags/tag659.xml"/><Relationship Id="rId6" Type="http://schemas.openxmlformats.org/officeDocument/2006/relationships/tags" Target="../tags/tag658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tags" Target="../tags/tag657.xml"/><Relationship Id="rId23" Type="http://schemas.openxmlformats.org/officeDocument/2006/relationships/slideLayout" Target="../slideLayouts/slideLayout43.xml"/><Relationship Id="rId22" Type="http://schemas.openxmlformats.org/officeDocument/2006/relationships/tags" Target="../tags/tag668.xml"/><Relationship Id="rId21" Type="http://schemas.openxmlformats.org/officeDocument/2006/relationships/image" Target="../media/image8.svg"/><Relationship Id="rId20" Type="http://schemas.openxmlformats.org/officeDocument/2006/relationships/image" Target="../media/image9.png"/><Relationship Id="rId2" Type="http://schemas.openxmlformats.org/officeDocument/2006/relationships/tags" Target="../tags/tag656.xml"/><Relationship Id="rId19" Type="http://schemas.openxmlformats.org/officeDocument/2006/relationships/tags" Target="../tags/tag667.xml"/><Relationship Id="rId18" Type="http://schemas.openxmlformats.org/officeDocument/2006/relationships/tags" Target="../tags/tag666.xml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tags" Target="../tags/tag665.xml"/><Relationship Id="rId14" Type="http://schemas.openxmlformats.org/officeDocument/2006/relationships/tags" Target="../tags/tag664.xml"/><Relationship Id="rId13" Type="http://schemas.openxmlformats.org/officeDocument/2006/relationships/tags" Target="../tags/tag663.xml"/><Relationship Id="rId12" Type="http://schemas.openxmlformats.org/officeDocument/2006/relationships/tags" Target="../tags/tag662.xml"/><Relationship Id="rId11" Type="http://schemas.openxmlformats.org/officeDocument/2006/relationships/image" Target="../media/image15.svg"/><Relationship Id="rId10" Type="http://schemas.openxmlformats.org/officeDocument/2006/relationships/image" Target="../media/image14.png"/><Relationship Id="rId1" Type="http://schemas.openxmlformats.org/officeDocument/2006/relationships/tags" Target="../tags/tag65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tags" Target="../tags/tag671.xml"/><Relationship Id="rId4" Type="http://schemas.openxmlformats.org/officeDocument/2006/relationships/image" Target="../media/image8.svg"/><Relationship Id="rId3" Type="http://schemas.openxmlformats.org/officeDocument/2006/relationships/image" Target="../media/image9.png"/><Relationship Id="rId2" Type="http://schemas.openxmlformats.org/officeDocument/2006/relationships/tags" Target="../tags/tag670.xml"/><Relationship Id="rId1" Type="http://schemas.openxmlformats.org/officeDocument/2006/relationships/tags" Target="../tags/tag66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80.xml"/><Relationship Id="rId8" Type="http://schemas.openxmlformats.org/officeDocument/2006/relationships/tags" Target="../tags/tag679.xml"/><Relationship Id="rId7" Type="http://schemas.openxmlformats.org/officeDocument/2006/relationships/tags" Target="../tags/tag678.xml"/><Relationship Id="rId6" Type="http://schemas.openxmlformats.org/officeDocument/2006/relationships/tags" Target="../tags/tag677.xml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2" Type="http://schemas.openxmlformats.org/officeDocument/2006/relationships/slideLayout" Target="../slideLayouts/slideLayout41.xml"/><Relationship Id="rId31" Type="http://schemas.openxmlformats.org/officeDocument/2006/relationships/tags" Target="../tags/tag694.xml"/><Relationship Id="rId30" Type="http://schemas.openxmlformats.org/officeDocument/2006/relationships/image" Target="../media/image8.svg"/><Relationship Id="rId3" Type="http://schemas.openxmlformats.org/officeDocument/2006/relationships/tags" Target="../tags/tag674.xml"/><Relationship Id="rId29" Type="http://schemas.openxmlformats.org/officeDocument/2006/relationships/image" Target="../media/image9.png"/><Relationship Id="rId28" Type="http://schemas.openxmlformats.org/officeDocument/2006/relationships/image" Target="../media/image23.svg"/><Relationship Id="rId27" Type="http://schemas.openxmlformats.org/officeDocument/2006/relationships/image" Target="../media/image22.png"/><Relationship Id="rId26" Type="http://schemas.openxmlformats.org/officeDocument/2006/relationships/tags" Target="../tags/tag693.xml"/><Relationship Id="rId25" Type="http://schemas.openxmlformats.org/officeDocument/2006/relationships/tags" Target="../tags/tag692.xml"/><Relationship Id="rId24" Type="http://schemas.openxmlformats.org/officeDocument/2006/relationships/tags" Target="../tags/tag691.xml"/><Relationship Id="rId23" Type="http://schemas.openxmlformats.org/officeDocument/2006/relationships/tags" Target="../tags/tag690.xml"/><Relationship Id="rId22" Type="http://schemas.openxmlformats.org/officeDocument/2006/relationships/image" Target="../media/image21.svg"/><Relationship Id="rId21" Type="http://schemas.openxmlformats.org/officeDocument/2006/relationships/image" Target="../media/image20.png"/><Relationship Id="rId20" Type="http://schemas.openxmlformats.org/officeDocument/2006/relationships/tags" Target="../tags/tag689.xml"/><Relationship Id="rId2" Type="http://schemas.openxmlformats.org/officeDocument/2006/relationships/tags" Target="../tags/tag673.xml"/><Relationship Id="rId19" Type="http://schemas.openxmlformats.org/officeDocument/2006/relationships/tags" Target="../tags/tag688.xml"/><Relationship Id="rId18" Type="http://schemas.openxmlformats.org/officeDocument/2006/relationships/tags" Target="../tags/tag687.xml"/><Relationship Id="rId17" Type="http://schemas.openxmlformats.org/officeDocument/2006/relationships/tags" Target="../tags/tag686.xml"/><Relationship Id="rId16" Type="http://schemas.openxmlformats.org/officeDocument/2006/relationships/tags" Target="../tags/tag685.xml"/><Relationship Id="rId15" Type="http://schemas.openxmlformats.org/officeDocument/2006/relationships/tags" Target="../tags/tag684.xml"/><Relationship Id="rId14" Type="http://schemas.openxmlformats.org/officeDocument/2006/relationships/tags" Target="../tags/tag683.xml"/><Relationship Id="rId13" Type="http://schemas.openxmlformats.org/officeDocument/2006/relationships/image" Target="../media/image19.svg"/><Relationship Id="rId12" Type="http://schemas.openxmlformats.org/officeDocument/2006/relationships/image" Target="../media/image18.png"/><Relationship Id="rId11" Type="http://schemas.openxmlformats.org/officeDocument/2006/relationships/tags" Target="../tags/tag682.xml"/><Relationship Id="rId10" Type="http://schemas.openxmlformats.org/officeDocument/2006/relationships/tags" Target="../tags/tag681.xml"/><Relationship Id="rId1" Type="http://schemas.openxmlformats.org/officeDocument/2006/relationships/tags" Target="../tags/tag67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tags" Target="../tags/tag697.xml"/><Relationship Id="rId4" Type="http://schemas.openxmlformats.org/officeDocument/2006/relationships/image" Target="../media/image8.svg"/><Relationship Id="rId3" Type="http://schemas.openxmlformats.org/officeDocument/2006/relationships/image" Target="../media/image9.png"/><Relationship Id="rId2" Type="http://schemas.openxmlformats.org/officeDocument/2006/relationships/tags" Target="../tags/tag696.xml"/><Relationship Id="rId1" Type="http://schemas.openxmlformats.org/officeDocument/2006/relationships/tags" Target="../tags/tag69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705.xml"/><Relationship Id="rId7" Type="http://schemas.openxmlformats.org/officeDocument/2006/relationships/tags" Target="../tags/tag704.xml"/><Relationship Id="rId6" Type="http://schemas.openxmlformats.org/officeDocument/2006/relationships/tags" Target="../tags/tag703.xml"/><Relationship Id="rId5" Type="http://schemas.openxmlformats.org/officeDocument/2006/relationships/tags" Target="../tags/tag702.xml"/><Relationship Id="rId4" Type="http://schemas.openxmlformats.org/officeDocument/2006/relationships/tags" Target="../tags/tag701.xml"/><Relationship Id="rId38" Type="http://schemas.openxmlformats.org/officeDocument/2006/relationships/slideLayout" Target="../slideLayouts/slideLayout42.xml"/><Relationship Id="rId37" Type="http://schemas.openxmlformats.org/officeDocument/2006/relationships/tags" Target="../tags/tag729.xml"/><Relationship Id="rId36" Type="http://schemas.openxmlformats.org/officeDocument/2006/relationships/image" Target="../media/image8.svg"/><Relationship Id="rId35" Type="http://schemas.openxmlformats.org/officeDocument/2006/relationships/image" Target="../media/image9.png"/><Relationship Id="rId34" Type="http://schemas.openxmlformats.org/officeDocument/2006/relationships/tags" Target="../tags/tag728.xml"/><Relationship Id="rId33" Type="http://schemas.openxmlformats.org/officeDocument/2006/relationships/tags" Target="../tags/tag727.xml"/><Relationship Id="rId32" Type="http://schemas.openxmlformats.org/officeDocument/2006/relationships/tags" Target="../tags/tag726.xml"/><Relationship Id="rId31" Type="http://schemas.openxmlformats.org/officeDocument/2006/relationships/tags" Target="../tags/tag725.xml"/><Relationship Id="rId30" Type="http://schemas.openxmlformats.org/officeDocument/2006/relationships/tags" Target="../tags/tag724.xml"/><Relationship Id="rId3" Type="http://schemas.openxmlformats.org/officeDocument/2006/relationships/tags" Target="../tags/tag700.xml"/><Relationship Id="rId29" Type="http://schemas.openxmlformats.org/officeDocument/2006/relationships/tags" Target="../tags/tag723.xml"/><Relationship Id="rId28" Type="http://schemas.openxmlformats.org/officeDocument/2006/relationships/tags" Target="../tags/tag722.xml"/><Relationship Id="rId27" Type="http://schemas.openxmlformats.org/officeDocument/2006/relationships/tags" Target="../tags/tag721.xml"/><Relationship Id="rId26" Type="http://schemas.openxmlformats.org/officeDocument/2006/relationships/tags" Target="../tags/tag720.xml"/><Relationship Id="rId25" Type="http://schemas.openxmlformats.org/officeDocument/2006/relationships/image" Target="../media/image26.png"/><Relationship Id="rId24" Type="http://schemas.openxmlformats.org/officeDocument/2006/relationships/tags" Target="../tags/tag719.xml"/><Relationship Id="rId23" Type="http://schemas.openxmlformats.org/officeDocument/2006/relationships/tags" Target="../tags/tag718.xml"/><Relationship Id="rId22" Type="http://schemas.openxmlformats.org/officeDocument/2006/relationships/tags" Target="../tags/tag717.xml"/><Relationship Id="rId21" Type="http://schemas.openxmlformats.org/officeDocument/2006/relationships/tags" Target="../tags/tag716.xml"/><Relationship Id="rId20" Type="http://schemas.openxmlformats.org/officeDocument/2006/relationships/tags" Target="../tags/tag715.xml"/><Relationship Id="rId2" Type="http://schemas.openxmlformats.org/officeDocument/2006/relationships/tags" Target="../tags/tag699.xml"/><Relationship Id="rId19" Type="http://schemas.openxmlformats.org/officeDocument/2006/relationships/tags" Target="../tags/tag714.xml"/><Relationship Id="rId18" Type="http://schemas.openxmlformats.org/officeDocument/2006/relationships/tags" Target="../tags/tag713.xml"/><Relationship Id="rId17" Type="http://schemas.openxmlformats.org/officeDocument/2006/relationships/image" Target="../media/image25.png"/><Relationship Id="rId16" Type="http://schemas.openxmlformats.org/officeDocument/2006/relationships/tags" Target="../tags/tag712.xml"/><Relationship Id="rId15" Type="http://schemas.openxmlformats.org/officeDocument/2006/relationships/tags" Target="../tags/tag711.xml"/><Relationship Id="rId14" Type="http://schemas.openxmlformats.org/officeDocument/2006/relationships/tags" Target="../tags/tag710.xml"/><Relationship Id="rId13" Type="http://schemas.openxmlformats.org/officeDocument/2006/relationships/tags" Target="../tags/tag709.xml"/><Relationship Id="rId12" Type="http://schemas.openxmlformats.org/officeDocument/2006/relationships/tags" Target="../tags/tag708.xml"/><Relationship Id="rId11" Type="http://schemas.openxmlformats.org/officeDocument/2006/relationships/tags" Target="../tags/tag707.xml"/><Relationship Id="rId10" Type="http://schemas.openxmlformats.org/officeDocument/2006/relationships/tags" Target="../tags/tag706.xml"/><Relationship Id="rId1" Type="http://schemas.openxmlformats.org/officeDocument/2006/relationships/tags" Target="../tags/tag698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tags" Target="../tags/tag732.xml"/><Relationship Id="rId4" Type="http://schemas.openxmlformats.org/officeDocument/2006/relationships/image" Target="../media/image8.svg"/><Relationship Id="rId3" Type="http://schemas.openxmlformats.org/officeDocument/2006/relationships/image" Target="../media/image9.png"/><Relationship Id="rId2" Type="http://schemas.openxmlformats.org/officeDocument/2006/relationships/tags" Target="../tags/tag731.xml"/><Relationship Id="rId1" Type="http://schemas.openxmlformats.org/officeDocument/2006/relationships/tags" Target="../tags/tag73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739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image" Target="../media/image27.png"/><Relationship Id="rId3" Type="http://schemas.openxmlformats.org/officeDocument/2006/relationships/tags" Target="../tags/tag735.xml"/><Relationship Id="rId2" Type="http://schemas.openxmlformats.org/officeDocument/2006/relationships/tags" Target="../tags/tag734.xml"/><Relationship Id="rId15" Type="http://schemas.openxmlformats.org/officeDocument/2006/relationships/slideLayout" Target="../slideLayouts/slideLayout29.xml"/><Relationship Id="rId14" Type="http://schemas.openxmlformats.org/officeDocument/2006/relationships/tags" Target="../tags/tag742.xml"/><Relationship Id="rId13" Type="http://schemas.openxmlformats.org/officeDocument/2006/relationships/image" Target="../media/image8.svg"/><Relationship Id="rId12" Type="http://schemas.openxmlformats.org/officeDocument/2006/relationships/image" Target="../media/image9.png"/><Relationship Id="rId11" Type="http://schemas.openxmlformats.org/officeDocument/2006/relationships/tags" Target="../tags/tag741.xml"/><Relationship Id="rId10" Type="http://schemas.openxmlformats.org/officeDocument/2006/relationships/tags" Target="../tags/tag740.xml"/><Relationship Id="rId1" Type="http://schemas.openxmlformats.org/officeDocument/2006/relationships/tags" Target="../tags/tag73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tags" Target="../tags/tag74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tags" Target="../tags/tag746.xml"/><Relationship Id="rId3" Type="http://schemas.openxmlformats.org/officeDocument/2006/relationships/tags" Target="../tags/tag745.xml"/><Relationship Id="rId23" Type="http://schemas.openxmlformats.org/officeDocument/2006/relationships/slideLayout" Target="../slideLayouts/slideLayout30.xml"/><Relationship Id="rId22" Type="http://schemas.openxmlformats.org/officeDocument/2006/relationships/tags" Target="../tags/tag756.xml"/><Relationship Id="rId21" Type="http://schemas.openxmlformats.org/officeDocument/2006/relationships/tags" Target="../tags/tag755.xml"/><Relationship Id="rId20" Type="http://schemas.openxmlformats.org/officeDocument/2006/relationships/image" Target="../media/image8.svg"/><Relationship Id="rId2" Type="http://schemas.openxmlformats.org/officeDocument/2006/relationships/tags" Target="../tags/tag744.xml"/><Relationship Id="rId19" Type="http://schemas.openxmlformats.org/officeDocument/2006/relationships/image" Target="../media/image9.png"/><Relationship Id="rId18" Type="http://schemas.openxmlformats.org/officeDocument/2006/relationships/tags" Target="../tags/tag754.xml"/><Relationship Id="rId17" Type="http://schemas.openxmlformats.org/officeDocument/2006/relationships/tags" Target="../tags/tag753.xml"/><Relationship Id="rId16" Type="http://schemas.openxmlformats.org/officeDocument/2006/relationships/tags" Target="../tags/tag752.xml"/><Relationship Id="rId15" Type="http://schemas.openxmlformats.org/officeDocument/2006/relationships/tags" Target="../tags/tag751.xml"/><Relationship Id="rId14" Type="http://schemas.openxmlformats.org/officeDocument/2006/relationships/tags" Target="../tags/tag750.xml"/><Relationship Id="rId13" Type="http://schemas.openxmlformats.org/officeDocument/2006/relationships/tags" Target="../tags/tag749.xml"/><Relationship Id="rId12" Type="http://schemas.openxmlformats.org/officeDocument/2006/relationships/image" Target="../media/image34.svg"/><Relationship Id="rId11" Type="http://schemas.openxmlformats.org/officeDocument/2006/relationships/image" Target="../media/image33.png"/><Relationship Id="rId10" Type="http://schemas.openxmlformats.org/officeDocument/2006/relationships/tags" Target="../tags/tag748.xml"/><Relationship Id="rId1" Type="http://schemas.openxmlformats.org/officeDocument/2006/relationships/tags" Target="../tags/tag74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63.xml"/><Relationship Id="rId8" Type="http://schemas.openxmlformats.org/officeDocument/2006/relationships/tags" Target="../tags/tag762.xml"/><Relationship Id="rId7" Type="http://schemas.openxmlformats.org/officeDocument/2006/relationships/tags" Target="../tags/tag761.xml"/><Relationship Id="rId6" Type="http://schemas.openxmlformats.org/officeDocument/2006/relationships/tags" Target="../tags/tag760.xml"/><Relationship Id="rId5" Type="http://schemas.openxmlformats.org/officeDocument/2006/relationships/image" Target="../media/image36.png"/><Relationship Id="rId4" Type="http://schemas.openxmlformats.org/officeDocument/2006/relationships/tags" Target="../tags/tag759.xml"/><Relationship Id="rId3" Type="http://schemas.openxmlformats.org/officeDocument/2006/relationships/image" Target="../media/image35.png"/><Relationship Id="rId28" Type="http://schemas.openxmlformats.org/officeDocument/2006/relationships/slideLayout" Target="../slideLayouts/slideLayout31.xml"/><Relationship Id="rId27" Type="http://schemas.openxmlformats.org/officeDocument/2006/relationships/tags" Target="../tags/tag773.xml"/><Relationship Id="rId26" Type="http://schemas.openxmlformats.org/officeDocument/2006/relationships/image" Target="../media/image8.svg"/><Relationship Id="rId25" Type="http://schemas.openxmlformats.org/officeDocument/2006/relationships/image" Target="../media/image9.png"/><Relationship Id="rId24" Type="http://schemas.openxmlformats.org/officeDocument/2006/relationships/image" Target="../media/image42.svg"/><Relationship Id="rId23" Type="http://schemas.openxmlformats.org/officeDocument/2006/relationships/image" Target="../media/image41.png"/><Relationship Id="rId22" Type="http://schemas.openxmlformats.org/officeDocument/2006/relationships/tags" Target="../tags/tag772.xml"/><Relationship Id="rId21" Type="http://schemas.openxmlformats.org/officeDocument/2006/relationships/image" Target="../media/image40.svg"/><Relationship Id="rId20" Type="http://schemas.openxmlformats.org/officeDocument/2006/relationships/image" Target="../media/image39.png"/><Relationship Id="rId2" Type="http://schemas.openxmlformats.org/officeDocument/2006/relationships/tags" Target="../tags/tag758.xml"/><Relationship Id="rId19" Type="http://schemas.openxmlformats.org/officeDocument/2006/relationships/tags" Target="../tags/tag771.xml"/><Relationship Id="rId18" Type="http://schemas.openxmlformats.org/officeDocument/2006/relationships/image" Target="../media/image38.svg"/><Relationship Id="rId17" Type="http://schemas.openxmlformats.org/officeDocument/2006/relationships/image" Target="../media/image37.png"/><Relationship Id="rId16" Type="http://schemas.openxmlformats.org/officeDocument/2006/relationships/tags" Target="../tags/tag770.xml"/><Relationship Id="rId15" Type="http://schemas.openxmlformats.org/officeDocument/2006/relationships/tags" Target="../tags/tag769.xml"/><Relationship Id="rId14" Type="http://schemas.openxmlformats.org/officeDocument/2006/relationships/tags" Target="../tags/tag768.xml"/><Relationship Id="rId13" Type="http://schemas.openxmlformats.org/officeDocument/2006/relationships/tags" Target="../tags/tag767.xml"/><Relationship Id="rId12" Type="http://schemas.openxmlformats.org/officeDocument/2006/relationships/tags" Target="../tags/tag766.xml"/><Relationship Id="rId11" Type="http://schemas.openxmlformats.org/officeDocument/2006/relationships/tags" Target="../tags/tag765.xml"/><Relationship Id="rId10" Type="http://schemas.openxmlformats.org/officeDocument/2006/relationships/tags" Target="../tags/tag764.xml"/><Relationship Id="rId1" Type="http://schemas.openxmlformats.org/officeDocument/2006/relationships/tags" Target="../tags/tag75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81.xml"/><Relationship Id="rId8" Type="http://schemas.openxmlformats.org/officeDocument/2006/relationships/tags" Target="../tags/tag780.xml"/><Relationship Id="rId7" Type="http://schemas.openxmlformats.org/officeDocument/2006/relationships/tags" Target="../tags/tag779.xml"/><Relationship Id="rId6" Type="http://schemas.openxmlformats.org/officeDocument/2006/relationships/tags" Target="../tags/tag778.xml"/><Relationship Id="rId5" Type="http://schemas.openxmlformats.org/officeDocument/2006/relationships/tags" Target="../tags/tag777.xml"/><Relationship Id="rId4" Type="http://schemas.openxmlformats.org/officeDocument/2006/relationships/image" Target="../media/image43.png"/><Relationship Id="rId3" Type="http://schemas.openxmlformats.org/officeDocument/2006/relationships/tags" Target="../tags/tag776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44.xml"/><Relationship Id="rId20" Type="http://schemas.openxmlformats.org/officeDocument/2006/relationships/tags" Target="../tags/tag786.xml"/><Relationship Id="rId2" Type="http://schemas.openxmlformats.org/officeDocument/2006/relationships/tags" Target="../tags/tag775.xml"/><Relationship Id="rId19" Type="http://schemas.openxmlformats.org/officeDocument/2006/relationships/image" Target="../media/image8.svg"/><Relationship Id="rId18" Type="http://schemas.openxmlformats.org/officeDocument/2006/relationships/image" Target="../media/image9.png"/><Relationship Id="rId17" Type="http://schemas.openxmlformats.org/officeDocument/2006/relationships/image" Target="../media/image47.svg"/><Relationship Id="rId16" Type="http://schemas.openxmlformats.org/officeDocument/2006/relationships/image" Target="../media/image46.png"/><Relationship Id="rId15" Type="http://schemas.openxmlformats.org/officeDocument/2006/relationships/tags" Target="../tags/tag785.xml"/><Relationship Id="rId14" Type="http://schemas.openxmlformats.org/officeDocument/2006/relationships/tags" Target="../tags/tag784.xml"/><Relationship Id="rId13" Type="http://schemas.openxmlformats.org/officeDocument/2006/relationships/tags" Target="../tags/tag783.xml"/><Relationship Id="rId12" Type="http://schemas.openxmlformats.org/officeDocument/2006/relationships/tags" Target="../tags/tag782.xml"/><Relationship Id="rId11" Type="http://schemas.openxmlformats.org/officeDocument/2006/relationships/image" Target="../media/image45.svg"/><Relationship Id="rId10" Type="http://schemas.openxmlformats.org/officeDocument/2006/relationships/image" Target="../media/image44.png"/><Relationship Id="rId1" Type="http://schemas.openxmlformats.org/officeDocument/2006/relationships/tags" Target="../tags/tag77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tags" Target="../tags/tag793.xml"/><Relationship Id="rId7" Type="http://schemas.openxmlformats.org/officeDocument/2006/relationships/tags" Target="../tags/tag792.xml"/><Relationship Id="rId6" Type="http://schemas.openxmlformats.org/officeDocument/2006/relationships/tags" Target="../tags/tag791.xml"/><Relationship Id="rId5" Type="http://schemas.openxmlformats.org/officeDocument/2006/relationships/tags" Target="../tags/tag790.xml"/><Relationship Id="rId4" Type="http://schemas.openxmlformats.org/officeDocument/2006/relationships/image" Target="../media/image48.png"/><Relationship Id="rId3" Type="http://schemas.openxmlformats.org/officeDocument/2006/relationships/tags" Target="../tags/tag789.xml"/><Relationship Id="rId20" Type="http://schemas.openxmlformats.org/officeDocument/2006/relationships/slideLayout" Target="../slideLayouts/slideLayout33.xml"/><Relationship Id="rId2" Type="http://schemas.openxmlformats.org/officeDocument/2006/relationships/tags" Target="../tags/tag788.xml"/><Relationship Id="rId19" Type="http://schemas.openxmlformats.org/officeDocument/2006/relationships/tags" Target="../tags/tag800.xml"/><Relationship Id="rId18" Type="http://schemas.openxmlformats.org/officeDocument/2006/relationships/image" Target="../media/image8.svg"/><Relationship Id="rId17" Type="http://schemas.openxmlformats.org/officeDocument/2006/relationships/image" Target="../media/image9.png"/><Relationship Id="rId16" Type="http://schemas.openxmlformats.org/officeDocument/2006/relationships/tags" Target="../tags/tag799.xml"/><Relationship Id="rId15" Type="http://schemas.openxmlformats.org/officeDocument/2006/relationships/tags" Target="../tags/tag798.xml"/><Relationship Id="rId14" Type="http://schemas.openxmlformats.org/officeDocument/2006/relationships/image" Target="../media/image50.png"/><Relationship Id="rId13" Type="http://schemas.openxmlformats.org/officeDocument/2006/relationships/tags" Target="../tags/tag797.xml"/><Relationship Id="rId12" Type="http://schemas.openxmlformats.org/officeDocument/2006/relationships/tags" Target="../tags/tag796.xml"/><Relationship Id="rId11" Type="http://schemas.openxmlformats.org/officeDocument/2006/relationships/tags" Target="../tags/tag795.xml"/><Relationship Id="rId10" Type="http://schemas.openxmlformats.org/officeDocument/2006/relationships/tags" Target="../tags/tag794.xml"/><Relationship Id="rId1" Type="http://schemas.openxmlformats.org/officeDocument/2006/relationships/tags" Target="../tags/tag78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tags" Target="../tags/tag803.xml"/><Relationship Id="rId4" Type="http://schemas.openxmlformats.org/officeDocument/2006/relationships/image" Target="../media/image8.svg"/><Relationship Id="rId3" Type="http://schemas.openxmlformats.org/officeDocument/2006/relationships/image" Target="../media/image9.png"/><Relationship Id="rId2" Type="http://schemas.openxmlformats.org/officeDocument/2006/relationships/tags" Target="../tags/tag802.xml"/><Relationship Id="rId1" Type="http://schemas.openxmlformats.org/officeDocument/2006/relationships/tags" Target="../tags/tag80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tags" Target="../tags/tag810.xml"/><Relationship Id="rId7" Type="http://schemas.openxmlformats.org/officeDocument/2006/relationships/tags" Target="../tags/tag809.xml"/><Relationship Id="rId6" Type="http://schemas.openxmlformats.org/officeDocument/2006/relationships/tags" Target="../tags/tag808.xml"/><Relationship Id="rId5" Type="http://schemas.openxmlformats.org/officeDocument/2006/relationships/tags" Target="../tags/tag807.xml"/><Relationship Id="rId4" Type="http://schemas.openxmlformats.org/officeDocument/2006/relationships/image" Target="../media/image51.png"/><Relationship Id="rId3" Type="http://schemas.openxmlformats.org/officeDocument/2006/relationships/tags" Target="../tags/tag806.xml"/><Relationship Id="rId2" Type="http://schemas.openxmlformats.org/officeDocument/2006/relationships/tags" Target="../tags/tag805.xml"/><Relationship Id="rId15" Type="http://schemas.openxmlformats.org/officeDocument/2006/relationships/slideLayout" Target="../slideLayouts/slideLayout34.xml"/><Relationship Id="rId14" Type="http://schemas.openxmlformats.org/officeDocument/2006/relationships/tags" Target="../tags/tag813.xml"/><Relationship Id="rId13" Type="http://schemas.openxmlformats.org/officeDocument/2006/relationships/image" Target="../media/image8.svg"/><Relationship Id="rId12" Type="http://schemas.openxmlformats.org/officeDocument/2006/relationships/image" Target="../media/image9.png"/><Relationship Id="rId11" Type="http://schemas.openxmlformats.org/officeDocument/2006/relationships/tags" Target="../tags/tag812.xml"/><Relationship Id="rId10" Type="http://schemas.openxmlformats.org/officeDocument/2006/relationships/tags" Target="../tags/tag811.xml"/><Relationship Id="rId1" Type="http://schemas.openxmlformats.org/officeDocument/2006/relationships/tags" Target="../tags/tag80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9.png"/><Relationship Id="rId7" Type="http://schemas.openxmlformats.org/officeDocument/2006/relationships/tags" Target="../tags/tag819.xml"/><Relationship Id="rId6" Type="http://schemas.openxmlformats.org/officeDocument/2006/relationships/tags" Target="../tags/tag818.xml"/><Relationship Id="rId5" Type="http://schemas.openxmlformats.org/officeDocument/2006/relationships/tags" Target="../tags/tag817.xml"/><Relationship Id="rId4" Type="http://schemas.openxmlformats.org/officeDocument/2006/relationships/image" Target="../media/image53.png"/><Relationship Id="rId3" Type="http://schemas.openxmlformats.org/officeDocument/2006/relationships/tags" Target="../tags/tag816.xml"/><Relationship Id="rId2" Type="http://schemas.openxmlformats.org/officeDocument/2006/relationships/tags" Target="../tags/tag815.xml"/><Relationship Id="rId11" Type="http://schemas.openxmlformats.org/officeDocument/2006/relationships/slideLayout" Target="../slideLayouts/slideLayout39.xml"/><Relationship Id="rId10" Type="http://schemas.openxmlformats.org/officeDocument/2006/relationships/tags" Target="../tags/tag820.xml"/><Relationship Id="rId1" Type="http://schemas.openxmlformats.org/officeDocument/2006/relationships/tags" Target="../tags/tag81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829.xml"/><Relationship Id="rId8" Type="http://schemas.openxmlformats.org/officeDocument/2006/relationships/tags" Target="../tags/tag828.xml"/><Relationship Id="rId7" Type="http://schemas.openxmlformats.org/officeDocument/2006/relationships/tags" Target="../tags/tag827.xml"/><Relationship Id="rId6" Type="http://schemas.openxmlformats.org/officeDocument/2006/relationships/tags" Target="../tags/tag826.xml"/><Relationship Id="rId5" Type="http://schemas.openxmlformats.org/officeDocument/2006/relationships/tags" Target="../tags/tag825.xml"/><Relationship Id="rId4" Type="http://schemas.openxmlformats.org/officeDocument/2006/relationships/tags" Target="../tags/tag824.xml"/><Relationship Id="rId3" Type="http://schemas.openxmlformats.org/officeDocument/2006/relationships/tags" Target="../tags/tag823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47.xml"/><Relationship Id="rId25" Type="http://schemas.openxmlformats.org/officeDocument/2006/relationships/tags" Target="../tags/tag837.xml"/><Relationship Id="rId24" Type="http://schemas.openxmlformats.org/officeDocument/2006/relationships/image" Target="../media/image60.svg"/><Relationship Id="rId23" Type="http://schemas.openxmlformats.org/officeDocument/2006/relationships/image" Target="../media/image59.png"/><Relationship Id="rId22" Type="http://schemas.openxmlformats.org/officeDocument/2006/relationships/tags" Target="../tags/tag836.xml"/><Relationship Id="rId21" Type="http://schemas.openxmlformats.org/officeDocument/2006/relationships/image" Target="../media/image58.svg"/><Relationship Id="rId20" Type="http://schemas.openxmlformats.org/officeDocument/2006/relationships/image" Target="../media/image57.png"/><Relationship Id="rId2" Type="http://schemas.openxmlformats.org/officeDocument/2006/relationships/tags" Target="../tags/tag822.xml"/><Relationship Id="rId19" Type="http://schemas.openxmlformats.org/officeDocument/2006/relationships/tags" Target="../tags/tag835.xml"/><Relationship Id="rId18" Type="http://schemas.openxmlformats.org/officeDocument/2006/relationships/image" Target="../media/image56.svg"/><Relationship Id="rId17" Type="http://schemas.openxmlformats.org/officeDocument/2006/relationships/image" Target="../media/image55.png"/><Relationship Id="rId16" Type="http://schemas.openxmlformats.org/officeDocument/2006/relationships/tags" Target="../tags/tag834.xml"/><Relationship Id="rId15" Type="http://schemas.openxmlformats.org/officeDocument/2006/relationships/tags" Target="../tags/tag833.xml"/><Relationship Id="rId14" Type="http://schemas.openxmlformats.org/officeDocument/2006/relationships/tags" Target="../tags/tag832.xml"/><Relationship Id="rId13" Type="http://schemas.openxmlformats.org/officeDocument/2006/relationships/image" Target="../media/image6.svg"/><Relationship Id="rId12" Type="http://schemas.openxmlformats.org/officeDocument/2006/relationships/image" Target="../media/image54.png"/><Relationship Id="rId11" Type="http://schemas.openxmlformats.org/officeDocument/2006/relationships/tags" Target="../tags/tag831.xml"/><Relationship Id="rId10" Type="http://schemas.openxmlformats.org/officeDocument/2006/relationships/tags" Target="../tags/tag830.xml"/><Relationship Id="rId1" Type="http://schemas.openxmlformats.org/officeDocument/2006/relationships/tags" Target="../tags/tag8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 descr="logo full"/>
          <p:cNvPicPr>
            <a:picLocks noChangeAspect="1"/>
          </p:cNvPicPr>
          <p:nvPr/>
        </p:nvPicPr>
        <p:blipFill>
          <a:blip r:embed="rId2">
            <a:alphaModFix amt="1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5195" y="160655"/>
            <a:ext cx="5405120" cy="6536690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ctrTitle" idx="16387"/>
            <p:custDataLst>
              <p:tags r:id="rId4"/>
            </p:custDataLst>
          </p:nvPr>
        </p:nvSpPr>
        <p:spPr>
          <a:xfrm>
            <a:off x="925195" y="2159000"/>
            <a:ext cx="6304280" cy="2590165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sz="5400"/>
              <a:t>从充电服务</a:t>
            </a:r>
            <a:r>
              <a:rPr lang="zh-CN" altLang="en-US" sz="5400"/>
              <a:t>供应商</a:t>
            </a:r>
            <a:br>
              <a:rPr lang="zh-CN" altLang="en-US" sz="5400"/>
            </a:br>
            <a:r>
              <a:rPr lang="zh-CN" altLang="en-US" sz="5400"/>
              <a:t>到出行生态综合体</a:t>
            </a:r>
            <a:endParaRPr lang="zh-CN" altLang="en-US" sz="540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9"/>
            <p:custDataLst>
              <p:tags r:id="rId5"/>
            </p:custDataLst>
          </p:nvPr>
        </p:nvSpPr>
        <p:spPr>
          <a:xfrm>
            <a:off x="2357120" y="4893945"/>
            <a:ext cx="2540882" cy="533400"/>
          </a:xfrm>
        </p:spPr>
        <p:txBody>
          <a:bodyPr>
            <a:normAutofit/>
          </a:bodyPr>
          <a:p>
            <a:r>
              <a:rPr lang="zh-CN" altLang="en-US"/>
              <a:t>汇报人：</a:t>
            </a:r>
            <a:r>
              <a:rPr lang="zh-CN" altLang="en-US"/>
              <a:t>张昊翔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925195" y="1174750"/>
            <a:ext cx="609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座联互动平台转型方案</a:t>
            </a:r>
            <a:endParaRPr lang="zh-CN" altLang="en-US" sz="32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 bldLvl="0" build="allAtOnce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CONTENTS</a:t>
            </a:r>
            <a:endParaRPr lang="zh-CN" altLang="en-US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760942" y="3048000"/>
            <a:ext cx="2364317" cy="762000"/>
          </a:xfrm>
        </p:spPr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目录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4082415" y="1337945"/>
            <a:ext cx="596900" cy="508000"/>
          </a:xfrm>
        </p:spPr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6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>
          <a:xfrm>
            <a:off x="4863465" y="1261745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5092065" y="1185545"/>
            <a:ext cx="2324100" cy="914400"/>
          </a:xfrm>
        </p:spPr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 sz="3200" b="1">
                <a:solidFill>
                  <a:schemeClr val="accent1"/>
                </a:solidFill>
                <a:effectLst/>
                <a:uFill>
                  <a:solidFill>
                    <a:srgbClr val="4E62A6"/>
                  </a:solidFill>
                </a:uFill>
                <a:latin typeface="+mj-lt"/>
                <a:ea typeface="+mj-ea"/>
                <a:cs typeface="+mj-cs"/>
                <a:hlinkClick r:id="rId6" action="ppaction://hlinksldjump">
                  <a:extLst>
                    <a:ext uri="{DAF060AB-1E55-43B9-8AAB-6FB025537F2F}">
                      <wpsdc:hlinkClr xmlns:wpsdc="http://www.wps.cn/officeDocument/2017/drawingmlCustomData" val="4E62A6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项目背景</a:t>
            </a:r>
            <a:endParaRPr lang="zh-CN" altLang="en-US" sz="3200" b="1">
              <a:solidFill>
                <a:schemeClr val="accent1"/>
              </a:solidFill>
              <a:effectLst/>
              <a:uFill>
                <a:solidFill>
                  <a:srgbClr val="4E62A6"/>
                </a:solidFill>
              </a:uFill>
              <a:latin typeface="+mj-lt"/>
              <a:ea typeface="+mj-ea"/>
              <a:cs typeface="+mj-cs"/>
              <a:hlinkClick r:id="rId6" action="ppaction://hlinksldjump">
                <a:extLst>
                  <a:ext uri="{DAF060AB-1E55-43B9-8AAB-6FB025537F2F}">
                    <wpsdc:hlinkClr xmlns:wpsdc="http://www.wps.cn/officeDocument/2017/drawingmlCustomData" val="4E62A6"/>
                    <wpsdc:folHlinkClr xmlns:wpsdc="http://www.wps.cn/officeDocument/2017/drawingmlCustomData" val="808080"/>
                    <wpsdc:hlinkUnderline xmlns:wpsdc="http://www.wps.cn/officeDocument/2017/drawingmlCustomData" val="0"/>
                  </a:ext>
                </a:extLst>
              </a:hlinkClick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>
          <a:xfrm>
            <a:off x="7987665" y="2176145"/>
            <a:ext cx="596900" cy="508000"/>
          </a:xfrm>
        </p:spPr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9"/>
          <p:cNvSpPr>
            <a:spLocks noGrp="1"/>
          </p:cNvSpPr>
          <p:nvPr>
            <p:ph type="body" idx="16396"/>
            <p:custDataLst>
              <p:tags r:id="rId8"/>
            </p:custDataLst>
          </p:nvPr>
        </p:nvSpPr>
        <p:spPr>
          <a:xfrm>
            <a:off x="8768715" y="2099945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8997315" y="2023745"/>
            <a:ext cx="2324100" cy="914400"/>
          </a:xfrm>
        </p:spPr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 sz="3200" b="1">
                <a:solidFill>
                  <a:schemeClr val="accent2"/>
                </a:solidFill>
                <a:hlinkClick r:id="rId10" action="ppaction://hlinksldjump">
                  <a:extLst>
                    <a:ext uri="{DAF060AB-1E55-43B9-8AAB-6FB025537F2F}">
                      <wpsdc:hlinkClr xmlns:wpsdc="http://www.wps.cn/officeDocument/2017/drawingmlCustomData" val="FB9F66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转型目标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>
          <a:xfrm>
            <a:off x="7968615" y="4007485"/>
            <a:ext cx="596900" cy="508000"/>
          </a:xfrm>
        </p:spPr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1" name="装饰  2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>
          <a:xfrm>
            <a:off x="8749665" y="3931285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>
          <a:xfrm>
            <a:off x="8978265" y="3855085"/>
            <a:ext cx="2324100" cy="914400"/>
          </a:xfrm>
        </p:spPr>
        <p:txBody>
          <a:bodyPr>
            <a:noAutofit/>
          </a:bodyPr>
          <a:p>
            <a:pPr algn="l">
              <a:lnSpc>
                <a:spcPct val="118000"/>
              </a:lnSpc>
            </a:pPr>
            <a:r>
              <a:rPr lang="zh-CN" altLang="en-US" sz="3200" b="1">
                <a:solidFill>
                  <a:schemeClr val="accent2"/>
                </a:solidFill>
                <a:hlinkClick r:id="rId14" action="ppaction://hlinksldjump">
                  <a:extLst>
                    <a:ext uri="{DAF060AB-1E55-43B9-8AAB-6FB025537F2F}">
                      <wpsdc:hlinkClr xmlns:wpsdc="http://www.wps.cn/officeDocument/2017/drawingmlCustomData" val="FB9F66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第一阶段方案设计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5"/>
            </p:custDataLst>
          </p:nvPr>
        </p:nvSpPr>
        <p:spPr>
          <a:xfrm>
            <a:off x="4063365" y="3093085"/>
            <a:ext cx="596900" cy="508000"/>
          </a:xfrm>
        </p:spPr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4" name="装饰  5"/>
          <p:cNvSpPr>
            <a:spLocks noGrp="1"/>
          </p:cNvSpPr>
          <p:nvPr>
            <p:ph type="body" idx="16398"/>
            <p:custDataLst>
              <p:tags r:id="rId16"/>
            </p:custDataLst>
          </p:nvPr>
        </p:nvSpPr>
        <p:spPr>
          <a:xfrm>
            <a:off x="4844415" y="3016885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7"/>
            </p:custDataLst>
          </p:nvPr>
        </p:nvSpPr>
        <p:spPr>
          <a:xfrm>
            <a:off x="5073015" y="2940685"/>
            <a:ext cx="2324100" cy="914400"/>
          </a:xfrm>
        </p:spPr>
        <p:txBody>
          <a:bodyPr>
            <a:noAutofit/>
          </a:bodyPr>
          <a:p>
            <a:pPr algn="l">
              <a:lnSpc>
                <a:spcPct val="118000"/>
              </a:lnSpc>
            </a:pPr>
            <a:r>
              <a:rPr lang="zh-CN" altLang="en-US" sz="3200" b="1">
                <a:solidFill>
                  <a:schemeClr val="accent1"/>
                </a:solidFill>
                <a:hlinkClick r:id="rId18" action="ppaction://hlinksldjump">
                  <a:extLst>
                    <a:ext uri="{DAF060AB-1E55-43B9-8AAB-6FB025537F2F}">
                      <wpsdc:hlinkClr xmlns:wpsdc="http://www.wps.cn/officeDocument/2017/drawingmlCustomData" val="4E62A6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合作模式</a:t>
            </a:r>
            <a:endParaRPr lang="zh-CN" altLang="en-US" sz="3200" b="1">
              <a:solidFill>
                <a:schemeClr val="accent1"/>
              </a:solidFill>
            </a:endParaRPr>
          </a:p>
        </p:txBody>
      </p:sp>
      <p:sp>
        <p:nvSpPr>
          <p:cNvPr id="16" name="文本占位符 1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4057650" y="4912360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  <a:defRPr sz="4000" b="0" kern="1200" spc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9000"/>
              </a:lnSpc>
            </a:pPr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17" name="装饰  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4838700" y="483616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5067300" y="4759960"/>
            <a:ext cx="2324100" cy="914400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8000"/>
              </a:lnSpc>
            </a:pPr>
            <a:r>
              <a:rPr lang="zh-CN" altLang="en-US" sz="3200" b="1">
                <a:solidFill>
                  <a:schemeClr val="accent1"/>
                </a:solidFill>
                <a:hlinkClick r:id="rId22" action="ppaction://hlinksldjump">
                  <a:extLst>
                    <a:ext uri="{DAF060AB-1E55-43B9-8AAB-6FB025537F2F}">
                      <wpsdc:hlinkClr xmlns:wpsdc="http://www.wps.cn/officeDocument/2017/drawingmlCustomData" val="4E62A6"/>
                      <wpsdc:folHlinkClr xmlns:wpsdc="http://www.wps.cn/officeDocument/2017/drawingmlCustomData" val="808080"/>
                      <wpsdc:hlinkUnderline xmlns:wpsdc="http://www.wps.cn/officeDocument/2017/drawingmlCustomData" val="0"/>
                    </a:ext>
                  </a:extLst>
                </a:hlinkClick>
              </a:rPr>
              <a:t>项目后续与未来展望</a:t>
            </a:r>
            <a:endParaRPr lang="zh-CN" altLang="en-US" sz="3200" b="1">
              <a:solidFill>
                <a:schemeClr val="accent1"/>
              </a:solidFill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23">
            <a:alphaModFix amt="38000"/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 uiExpand="1" build="p"/>
      <p:bldP spid="6" grpId="0" build="p"/>
      <p:bldP spid="7" grpId="0" build="p"/>
      <p:bldP spid="8" grpId="0" animBg="1" uiExpand="1" build="p"/>
      <p:bldP spid="9" grpId="0" build="p"/>
      <p:bldP spid="13" grpId="0" build="p"/>
      <p:bldP spid="14" grpId="0" animBg="1" uiExpand="1" build="p"/>
      <p:bldP spid="15" grpId="0" build="p"/>
      <p:bldP spid="10" grpId="0" build="p"/>
      <p:bldP spid="11" grpId="0" animBg="1" build="p"/>
      <p:bldP spid="12" grpId="0" build="p"/>
      <p:bldP spid="16" grpId="0"/>
      <p:bldP spid="17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b="1"/>
              <a:t>项目背景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pic>
        <p:nvPicPr>
          <p:cNvPr id="5" name="图片 4" descr="logo side"/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6325" y="0"/>
            <a:ext cx="3495675" cy="5118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图形1"/>
          <p:cNvSpPr/>
          <p:nvPr>
            <p:custDataLst>
              <p:tags r:id="rId1"/>
            </p:custDataLst>
          </p:nvPr>
        </p:nvSpPr>
        <p:spPr>
          <a:xfrm>
            <a:off x="180975" y="835025"/>
            <a:ext cx="11409680" cy="2985135"/>
          </a:xfrm>
          <a:prstGeom prst="roundRect">
            <a:avLst>
              <a:gd name="adj" fmla="val 8160"/>
            </a:avLst>
          </a:prstGeom>
          <a:solidFill>
            <a:schemeClr val="lt1"/>
          </a:solidFill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489190" y="1196975"/>
            <a:ext cx="3616325" cy="209486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 algn="r" fontAlgn="auto">
              <a:lnSpc>
                <a:spcPct val="130000"/>
              </a:lnSpc>
            </a:pPr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座联互动解决的核心需求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图片 4" descr="2305701106f543e29f8586a62bc9cbc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8519" b="28519"/>
          <a:stretch>
            <a:fillRect/>
          </a:stretch>
        </p:blipFill>
        <p:spPr>
          <a:xfrm>
            <a:off x="0" y="835025"/>
            <a:ext cx="6948170" cy="29851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942" h="4011">
                <a:moveTo>
                  <a:pt x="0" y="0"/>
                </a:moveTo>
                <a:lnTo>
                  <a:pt x="10942" y="0"/>
                </a:lnTo>
                <a:lnTo>
                  <a:pt x="10942" y="4011"/>
                </a:lnTo>
                <a:lnTo>
                  <a:pt x="0" y="401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20"/>
          <p:cNvSpPr/>
          <p:nvPr>
            <p:custDataLst>
              <p:tags r:id="rId5"/>
            </p:custDataLst>
          </p:nvPr>
        </p:nvSpPr>
        <p:spPr>
          <a:xfrm>
            <a:off x="619125" y="4861187"/>
            <a:ext cx="3067738" cy="13895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以交通站点为场景，通过软硬件结合的方式，为用户提供充电服务，解决出行过程中的电量焦虑问题，满足用户基本充电需求。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标题"/>
          <p:cNvSpPr txBox="1"/>
          <p:nvPr>
            <p:custDataLst>
              <p:tags r:id="rId6"/>
            </p:custDataLst>
          </p:nvPr>
        </p:nvSpPr>
        <p:spPr>
          <a:xfrm>
            <a:off x="619125" y="4116935"/>
            <a:ext cx="3067738" cy="51900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满足交通站点充电刚需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cxnSp>
        <p:nvCxnSpPr>
          <p:cNvPr id="9" name="直接连接符 22"/>
          <p:cNvCxnSpPr/>
          <p:nvPr>
            <p:custDataLst>
              <p:tags r:id="rId7"/>
            </p:custDataLst>
          </p:nvPr>
        </p:nvCxnSpPr>
        <p:spPr>
          <a:xfrm>
            <a:off x="649580" y="4764745"/>
            <a:ext cx="323738" cy="0"/>
          </a:xfrm>
          <a:prstGeom prst="line">
            <a:avLst/>
          </a:prstGeom>
          <a:ln w="4445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19"/>
          <p:cNvSpPr/>
          <p:nvPr>
            <p:custDataLst>
              <p:tags r:id="rId8"/>
            </p:custDataLst>
          </p:nvPr>
        </p:nvSpPr>
        <p:spPr>
          <a:xfrm>
            <a:off x="8515932" y="4861187"/>
            <a:ext cx="3067738" cy="13895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将充电功能作为与用户连接的接口，以此为基础，后续拓展广告与站点零售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服务，实现与用户的有效互动和连接。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标题"/>
          <p:cNvSpPr txBox="1"/>
          <p:nvPr>
            <p:custDataLst>
              <p:tags r:id="rId9"/>
            </p:custDataLst>
          </p:nvPr>
        </p:nvSpPr>
        <p:spPr>
          <a:xfrm>
            <a:off x="8515932" y="4116935"/>
            <a:ext cx="3067738" cy="51900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构建用户接口基础功能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0"/>
            </p:custDataLst>
          </p:nvPr>
        </p:nvCxnSpPr>
        <p:spPr>
          <a:xfrm>
            <a:off x="8546387" y="4764745"/>
            <a:ext cx="323738" cy="0"/>
          </a:xfrm>
          <a:prstGeom prst="line">
            <a:avLst/>
          </a:prstGeom>
          <a:ln w="44450" cap="rnd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>
            <p:custDataLst>
              <p:tags r:id="rId11"/>
            </p:custDataLst>
          </p:nvPr>
        </p:nvSpPr>
        <p:spPr>
          <a:xfrm>
            <a:off x="4567528" y="4861187"/>
            <a:ext cx="3067738" cy="13895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在用户等候充电的过程中，打造多样化的场景体验，改变传统等候时的单调状态，为用户带来更丰富的感受。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标题"/>
          <p:cNvSpPr txBox="1"/>
          <p:nvPr>
            <p:custDataLst>
              <p:tags r:id="rId12"/>
            </p:custDataLst>
          </p:nvPr>
        </p:nvSpPr>
        <p:spPr>
          <a:xfrm>
            <a:off x="4567528" y="4116935"/>
            <a:ext cx="3067738" cy="51900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丰富等候场景体验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13"/>
            </p:custDataLst>
          </p:nvPr>
        </p:nvCxnSpPr>
        <p:spPr>
          <a:xfrm>
            <a:off x="4597984" y="4764745"/>
            <a:ext cx="323738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logo side"/>
          <p:cNvPicPr>
            <a:picLocks noChangeAspect="1"/>
          </p:cNvPicPr>
          <p:nvPr/>
        </p:nvPicPr>
        <p:blipFill>
          <a:blip r:embed="rId14">
            <a:alphaModFix amt="3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10" grpId="0"/>
      <p:bldP spid="27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矩形: 圆角 35"/>
          <p:cNvSpPr/>
          <p:nvPr>
            <p:custDataLst>
              <p:tags r:id="rId1"/>
            </p:custDataLst>
          </p:nvPr>
        </p:nvSpPr>
        <p:spPr>
          <a:xfrm>
            <a:off x="691515" y="4807585"/>
            <a:ext cx="10810800" cy="1398905"/>
          </a:xfrm>
          <a:prstGeom prst="roundRect">
            <a:avLst/>
          </a:prstGeom>
          <a:ln w="3175" cap="flat" cmpd="sng" algn="ctr">
            <a:solidFill>
              <a:schemeClr val="accent3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3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矩形: 圆角 25"/>
          <p:cNvSpPr/>
          <p:nvPr>
            <p:custDataLst>
              <p:tags r:id="rId2"/>
            </p:custDataLst>
          </p:nvPr>
        </p:nvSpPr>
        <p:spPr>
          <a:xfrm>
            <a:off x="692430" y="4807585"/>
            <a:ext cx="1080897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3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31" name="矩形: 圆角 30"/>
          <p:cNvSpPr/>
          <p:nvPr>
            <p:custDataLst>
              <p:tags r:id="rId3"/>
            </p:custDataLst>
          </p:nvPr>
        </p:nvSpPr>
        <p:spPr>
          <a:xfrm>
            <a:off x="691515" y="3182620"/>
            <a:ext cx="10810800" cy="1398905"/>
          </a:xfrm>
          <a:prstGeom prst="roundRect">
            <a:avLst/>
          </a:prstGeom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: 圆角 25"/>
          <p:cNvSpPr/>
          <p:nvPr>
            <p:custDataLst>
              <p:tags r:id="rId4"/>
            </p:custDataLst>
          </p:nvPr>
        </p:nvSpPr>
        <p:spPr>
          <a:xfrm>
            <a:off x="692430" y="3182620"/>
            <a:ext cx="1080897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2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 useBgFill="1">
        <p:nvSpPr>
          <p:cNvPr id="26" name="矩形: 圆角 25"/>
          <p:cNvSpPr/>
          <p:nvPr>
            <p:custDataLst>
              <p:tags r:id="rId5"/>
            </p:custDataLst>
          </p:nvPr>
        </p:nvSpPr>
        <p:spPr>
          <a:xfrm>
            <a:off x="691515" y="1557655"/>
            <a:ext cx="10808970" cy="1398905"/>
          </a:xfrm>
          <a:prstGeom prst="roundRect">
            <a:avLst/>
          </a:prstGeom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0" rIns="0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: 圆角 25"/>
          <p:cNvSpPr/>
          <p:nvPr>
            <p:custDataLst>
              <p:tags r:id="rId6"/>
            </p:custDataLst>
          </p:nvPr>
        </p:nvSpPr>
        <p:spPr>
          <a:xfrm>
            <a:off x="691515" y="1557655"/>
            <a:ext cx="10808970" cy="1398905"/>
          </a:xfrm>
          <a:prstGeom prst="roundRect">
            <a:avLst/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核心竞争优势分析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椭圆 2"/>
          <p:cNvSpPr/>
          <p:nvPr>
            <p:custDataLst>
              <p:tags r:id="rId8"/>
            </p:custDataLst>
          </p:nvPr>
        </p:nvSpPr>
        <p:spPr>
          <a:xfrm>
            <a:off x="1080518" y="1960245"/>
            <a:ext cx="593725" cy="59372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1858141" y="2044002"/>
            <a:ext cx="9004300" cy="734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借助充电这一用户必要需求，收集用户的出行信息以及场景背景等数据，为后续服务提供数据支撑。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10"/>
            </p:custDataLst>
          </p:nvPr>
        </p:nvSpPr>
        <p:spPr>
          <a:xfrm>
            <a:off x="1858141" y="1552192"/>
            <a:ext cx="900430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以充电需求为信息收集接口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椭圆 6"/>
          <p:cNvSpPr/>
          <p:nvPr>
            <p:custDataLst>
              <p:tags r:id="rId11"/>
            </p:custDataLst>
          </p:nvPr>
        </p:nvSpPr>
        <p:spPr>
          <a:xfrm>
            <a:off x="1080518" y="3585210"/>
            <a:ext cx="593725" cy="59372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1858141" y="3660077"/>
            <a:ext cx="9004300" cy="734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基于收集到的用户出行信息和场景背景，为各个合作商精准推送广告，提高广告转化率和效果。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3"/>
            </p:custDataLst>
          </p:nvPr>
        </p:nvSpPr>
        <p:spPr>
          <a:xfrm>
            <a:off x="1858141" y="3168267"/>
            <a:ext cx="900430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为合作商提供精准广告推送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4"/>
            </p:custDataLst>
          </p:nvPr>
        </p:nvSpPr>
        <p:spPr>
          <a:xfrm>
            <a:off x="1080518" y="5210175"/>
            <a:ext cx="593725" cy="593725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lumMod val="75000"/>
                  <a:alpha val="100000"/>
                </a:schemeClr>
              </a:gs>
            </a:gsLst>
            <a:lin ang="7686814" scaled="0"/>
          </a:gradFill>
          <a:ln w="25400">
            <a:noFill/>
          </a:ln>
          <a:effectLst>
            <a:outerShdw blurRad="254000" dist="76200" dir="5399998" algn="ctr" rotWithShape="0">
              <a:schemeClr val="accent3">
                <a:alpha val="2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3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  <a:endParaRPr lang="en-US" altLang="zh-CN" sz="23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5"/>
            </p:custDataLst>
          </p:nvPr>
        </p:nvSpPr>
        <p:spPr>
          <a:xfrm>
            <a:off x="1858141" y="5293932"/>
            <a:ext cx="9004300" cy="7346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通过精准的广告推送和流量引导，将用户流量转化为实际消费，从而提高交通站点的零售效率和商业价值。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6"/>
            </p:custDataLst>
          </p:nvPr>
        </p:nvSpPr>
        <p:spPr>
          <a:xfrm>
            <a:off x="1858141" y="4802122"/>
            <a:ext cx="9004300" cy="4591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</a:rPr>
              <a:t>提升交通站点零售效率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17">
            <a:alphaModFix amt="38000"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6" grpId="0" animBg="1"/>
      <p:bldP spid="31" grpId="0" animBg="1"/>
      <p:bldP spid="8" grpId="0" animBg="1"/>
      <p:bldP spid="26" grpId="0" animBg="1"/>
      <p:bldP spid="2" grpId="0" animBg="1"/>
      <p:bldP spid="3" grpId="0" animBg="1"/>
      <p:bldP spid="4" grpId="0"/>
      <p:bldP spid="5" grpId="0"/>
      <p:bldP spid="7" grpId="0" animBg="1"/>
      <p:bldP spid="10" grpId="0"/>
      <p:bldP spid="11" grpId="0"/>
      <p:bldP spid="15" grpId="0" animBg="1"/>
      <p:bldP spid="16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4045" y="556895"/>
            <a:ext cx="10972800" cy="609600"/>
          </a:xfrm>
        </p:spPr>
        <p:txBody>
          <a:bodyPr/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当前核心痛点梳理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图形 4"/>
          <p:cNvSpPr/>
          <p:nvPr>
            <p:custDataLst>
              <p:tags r:id="rId2"/>
            </p:custDataLst>
          </p:nvPr>
        </p:nvSpPr>
        <p:spPr>
          <a:xfrm rot="2040000">
            <a:off x="728980" y="5334635"/>
            <a:ext cx="593090" cy="593090"/>
          </a:xfrm>
          <a:custGeom>
            <a:avLst/>
            <a:gdLst>
              <a:gd name="connsiteX0" fmla="*/ 1707279 w 2419736"/>
              <a:gd name="connsiteY0" fmla="*/ 2415271 h 2415774"/>
              <a:gd name="connsiteX1" fmla="*/ 1211026 w 2419736"/>
              <a:gd name="connsiteY1" fmla="*/ 2314020 h 2415774"/>
              <a:gd name="connsiteX2" fmla="*/ 714012 w 2419736"/>
              <a:gd name="connsiteY2" fmla="*/ 2062465 h 2415774"/>
              <a:gd name="connsiteX3" fmla="*/ 245096 w 2419736"/>
              <a:gd name="connsiteY3" fmla="*/ 1701372 h 2415774"/>
              <a:gd name="connsiteX4" fmla="*/ 25449 w 2419736"/>
              <a:gd name="connsiteY4" fmla="*/ 1348947 h 2415774"/>
              <a:gd name="connsiteX5" fmla="*/ 53167 w 2419736"/>
              <a:gd name="connsiteY5" fmla="*/ 929180 h 2415774"/>
              <a:gd name="connsiteX6" fmla="*/ 346442 w 2419736"/>
              <a:gd name="connsiteY6" fmla="*/ 547513 h 2415774"/>
              <a:gd name="connsiteX7" fmla="*/ 1005477 w 2419736"/>
              <a:gd name="connsiteY7" fmla="*/ 147463 h 2415774"/>
              <a:gd name="connsiteX8" fmla="*/ 1411051 w 2419736"/>
              <a:gd name="connsiteY8" fmla="*/ 24972 h 2415774"/>
              <a:gd name="connsiteX9" fmla="*/ 1777859 w 2419736"/>
              <a:gd name="connsiteY9" fmla="*/ 9922 h 2415774"/>
              <a:gd name="connsiteX10" fmla="*/ 2035796 w 2419736"/>
              <a:gd name="connsiteY10" fmla="*/ 117174 h 2415774"/>
              <a:gd name="connsiteX11" fmla="*/ 2214866 w 2419736"/>
              <a:gd name="connsiteY11" fmla="*/ 344631 h 2415774"/>
              <a:gd name="connsiteX12" fmla="*/ 2389174 w 2419736"/>
              <a:gd name="connsiteY12" fmla="*/ 903177 h 2415774"/>
              <a:gd name="connsiteX13" fmla="*/ 2419558 w 2419736"/>
              <a:gd name="connsiteY13" fmla="*/ 1289511 h 2415774"/>
              <a:gd name="connsiteX14" fmla="*/ 2381458 w 2419736"/>
              <a:gd name="connsiteY14" fmla="*/ 1702801 h 2415774"/>
              <a:gd name="connsiteX15" fmla="*/ 2284684 w 2419736"/>
              <a:gd name="connsiteY15" fmla="*/ 2011411 h 2415774"/>
              <a:gd name="connsiteX16" fmla="*/ 1914352 w 2419736"/>
              <a:gd name="connsiteY16" fmla="*/ 2374980 h 2415774"/>
              <a:gd name="connsiteX17" fmla="*/ 1707279 w 2419736"/>
              <a:gd name="connsiteY17" fmla="*/ 2415271 h 2415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19736" h="2415774">
                <a:moveTo>
                  <a:pt x="1707279" y="2415271"/>
                </a:moveTo>
                <a:cubicBezTo>
                  <a:pt x="1511445" y="2413080"/>
                  <a:pt x="1359426" y="2371837"/>
                  <a:pt x="1211026" y="2314020"/>
                </a:cubicBezTo>
                <a:cubicBezTo>
                  <a:pt x="1037195" y="2246297"/>
                  <a:pt x="873270" y="2159429"/>
                  <a:pt x="714012" y="2062465"/>
                </a:cubicBezTo>
                <a:cubicBezTo>
                  <a:pt x="544276" y="1959118"/>
                  <a:pt x="382827" y="1845485"/>
                  <a:pt x="245096" y="1701372"/>
                </a:cubicBezTo>
                <a:cubicBezTo>
                  <a:pt x="147560" y="1599359"/>
                  <a:pt x="66693" y="1486012"/>
                  <a:pt x="25449" y="1348947"/>
                </a:cubicBezTo>
                <a:cubicBezTo>
                  <a:pt x="-17699" y="1206072"/>
                  <a:pt x="-4840" y="1065959"/>
                  <a:pt x="53167" y="929180"/>
                </a:cubicBezTo>
                <a:cubicBezTo>
                  <a:pt x="117842" y="776780"/>
                  <a:pt x="224617" y="656194"/>
                  <a:pt x="346442" y="547513"/>
                </a:cubicBezTo>
                <a:cubicBezTo>
                  <a:pt x="541704" y="373873"/>
                  <a:pt x="766209" y="248238"/>
                  <a:pt x="1005477" y="147463"/>
                </a:cubicBezTo>
                <a:cubicBezTo>
                  <a:pt x="1135645" y="91552"/>
                  <a:pt x="1271691" y="50461"/>
                  <a:pt x="1411051" y="24972"/>
                </a:cubicBezTo>
                <a:cubicBezTo>
                  <a:pt x="1532400" y="3636"/>
                  <a:pt x="1654510" y="-11128"/>
                  <a:pt x="1777859" y="9922"/>
                </a:cubicBezTo>
                <a:cubicBezTo>
                  <a:pt x="1872157" y="25924"/>
                  <a:pt x="1961882" y="53833"/>
                  <a:pt x="2035796" y="117174"/>
                </a:cubicBezTo>
                <a:cubicBezTo>
                  <a:pt x="2109262" y="181048"/>
                  <a:pt x="2170022" y="258220"/>
                  <a:pt x="2214866" y="344631"/>
                </a:cubicBezTo>
                <a:cubicBezTo>
                  <a:pt x="2308021" y="519891"/>
                  <a:pt x="2358313" y="708295"/>
                  <a:pt x="2389174" y="903177"/>
                </a:cubicBezTo>
                <a:cubicBezTo>
                  <a:pt x="2409367" y="1030964"/>
                  <a:pt x="2419520" y="1160133"/>
                  <a:pt x="2419558" y="1289511"/>
                </a:cubicBezTo>
                <a:cubicBezTo>
                  <a:pt x="2420387" y="1428185"/>
                  <a:pt x="2407624" y="1566612"/>
                  <a:pt x="2381458" y="1702801"/>
                </a:cubicBezTo>
                <a:cubicBezTo>
                  <a:pt x="2360408" y="1809671"/>
                  <a:pt x="2331928" y="1913589"/>
                  <a:pt x="2284684" y="2011411"/>
                </a:cubicBezTo>
                <a:cubicBezTo>
                  <a:pt x="2205055" y="2176479"/>
                  <a:pt x="2092470" y="2309829"/>
                  <a:pt x="1914352" y="2374980"/>
                </a:cubicBezTo>
                <a:cubicBezTo>
                  <a:pt x="1836723" y="2403650"/>
                  <a:pt x="1755761" y="2417462"/>
                  <a:pt x="1707279" y="2415271"/>
                </a:cubicBezTo>
                <a:close/>
              </a:path>
            </a:pathLst>
          </a:custGeom>
          <a:solidFill>
            <a:schemeClr val="accent1">
              <a:alpha val="23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0" name="图片 29" descr="E:/设计图片素材4/pexels-acres-of-film-698445032-19090379.jpgpexels-acres-of-film-698445032-1909037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-399" t="-2905" r="6726" b="-633"/>
          <a:stretch>
            <a:fillRect/>
          </a:stretch>
        </p:blipFill>
        <p:spPr>
          <a:xfrm>
            <a:off x="43815" y="1569720"/>
            <a:ext cx="4050665" cy="4050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4926">
                <a:moveTo>
                  <a:pt x="3391" y="0"/>
                </a:moveTo>
                <a:cubicBezTo>
                  <a:pt x="3469" y="1"/>
                  <a:pt x="3548" y="7"/>
                  <a:pt x="3626" y="21"/>
                </a:cubicBezTo>
                <a:cubicBezTo>
                  <a:pt x="3819" y="53"/>
                  <a:pt x="4002" y="110"/>
                  <a:pt x="4152" y="239"/>
                </a:cubicBezTo>
                <a:cubicBezTo>
                  <a:pt x="4302" y="370"/>
                  <a:pt x="4426" y="527"/>
                  <a:pt x="4517" y="703"/>
                </a:cubicBezTo>
                <a:cubicBezTo>
                  <a:pt x="4707" y="1061"/>
                  <a:pt x="4810" y="1445"/>
                  <a:pt x="4873" y="1842"/>
                </a:cubicBezTo>
                <a:cubicBezTo>
                  <a:pt x="4914" y="2103"/>
                  <a:pt x="4935" y="2366"/>
                  <a:pt x="4935" y="2630"/>
                </a:cubicBezTo>
                <a:cubicBezTo>
                  <a:pt x="4937" y="2913"/>
                  <a:pt x="4911" y="3195"/>
                  <a:pt x="4857" y="3473"/>
                </a:cubicBezTo>
                <a:cubicBezTo>
                  <a:pt x="4814" y="3691"/>
                  <a:pt x="4756" y="3903"/>
                  <a:pt x="4660" y="4102"/>
                </a:cubicBezTo>
                <a:cubicBezTo>
                  <a:pt x="4497" y="4439"/>
                  <a:pt x="4268" y="4711"/>
                  <a:pt x="3905" y="4843"/>
                </a:cubicBezTo>
                <a:cubicBezTo>
                  <a:pt x="3746" y="4902"/>
                  <a:pt x="3581" y="4930"/>
                  <a:pt x="3482" y="4926"/>
                </a:cubicBezTo>
                <a:cubicBezTo>
                  <a:pt x="3083" y="4921"/>
                  <a:pt x="2773" y="4837"/>
                  <a:pt x="2470" y="4719"/>
                </a:cubicBezTo>
                <a:cubicBezTo>
                  <a:pt x="2116" y="4581"/>
                  <a:pt x="1781" y="4404"/>
                  <a:pt x="1456" y="4206"/>
                </a:cubicBezTo>
                <a:cubicBezTo>
                  <a:pt x="1110" y="3995"/>
                  <a:pt x="781" y="3764"/>
                  <a:pt x="500" y="3470"/>
                </a:cubicBezTo>
                <a:cubicBezTo>
                  <a:pt x="301" y="3262"/>
                  <a:pt x="136" y="3031"/>
                  <a:pt x="52" y="2751"/>
                </a:cubicBezTo>
                <a:cubicBezTo>
                  <a:pt x="-36" y="2460"/>
                  <a:pt x="-10" y="2174"/>
                  <a:pt x="109" y="1895"/>
                </a:cubicBezTo>
                <a:cubicBezTo>
                  <a:pt x="241" y="1584"/>
                  <a:pt x="458" y="1339"/>
                  <a:pt x="707" y="1117"/>
                </a:cubicBezTo>
                <a:cubicBezTo>
                  <a:pt x="1105" y="763"/>
                  <a:pt x="1563" y="507"/>
                  <a:pt x="2051" y="301"/>
                </a:cubicBezTo>
                <a:cubicBezTo>
                  <a:pt x="2316" y="187"/>
                  <a:pt x="2594" y="103"/>
                  <a:pt x="2878" y="51"/>
                </a:cubicBezTo>
                <a:cubicBezTo>
                  <a:pt x="3048" y="22"/>
                  <a:pt x="3219" y="-2"/>
                  <a:pt x="3391" y="0"/>
                </a:cubicBezTo>
                <a:close/>
              </a:path>
            </a:pathLst>
          </a:custGeom>
          <a:solidFill>
            <a:schemeClr val="accent1"/>
          </a:solidFill>
          <a:ln w="60325">
            <a:solidFill>
              <a:schemeClr val="accent1">
                <a:alpha val="15000"/>
              </a:schemeClr>
            </a:solidFill>
          </a:ln>
        </p:spPr>
      </p:pic>
      <p:sp>
        <p:nvSpPr>
          <p:cNvPr id="3" name="边界"/>
          <p:cNvSpPr/>
          <p:nvPr>
            <p:custDataLst>
              <p:tags r:id="rId5"/>
            </p:custDataLst>
          </p:nvPr>
        </p:nvSpPr>
        <p:spPr>
          <a:xfrm>
            <a:off x="4573975" y="1683385"/>
            <a:ext cx="7012800" cy="4573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" name="正文"/>
          <p:cNvSpPr txBox="1"/>
          <p:nvPr>
            <p:custDataLst>
              <p:tags r:id="rId6"/>
            </p:custDataLst>
          </p:nvPr>
        </p:nvSpPr>
        <p:spPr>
          <a:xfrm>
            <a:off x="4574540" y="2174240"/>
            <a:ext cx="7012305" cy="8667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企业将获取的流量全部分销给合作商，自身产品除充电外缺乏核心价值，无法实现用户沉淀与流量转化，导致平台价值难以提升。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2" name="标题"/>
          <p:cNvSpPr txBox="1"/>
          <p:nvPr>
            <p:custDataLst>
              <p:tags r:id="rId7"/>
            </p:custDataLst>
          </p:nvPr>
        </p:nvSpPr>
        <p:spPr>
          <a:xfrm>
            <a:off x="4574540" y="1841500"/>
            <a:ext cx="7012305" cy="33909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流量价值流失：全部分销无留存</a:t>
            </a:r>
            <a:endParaRPr lang="zh-CN" altLang="en-US" sz="21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4" name="正文"/>
          <p:cNvSpPr txBox="1"/>
          <p:nvPr>
            <p:custDataLst>
              <p:tags r:id="rId8"/>
            </p:custDataLst>
          </p:nvPr>
        </p:nvSpPr>
        <p:spPr>
          <a:xfrm>
            <a:off x="4574540" y="3733800"/>
            <a:ext cx="7012305" cy="8667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硬件设备固定性强，使用场景受限，且功能单一，无法满足用户多样化需求，导致新用户使用意愿降低，存量用户留存困难。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5" name="标题"/>
          <p:cNvSpPr txBox="1"/>
          <p:nvPr>
            <p:custDataLst>
              <p:tags r:id="rId9"/>
            </p:custDataLst>
          </p:nvPr>
        </p:nvSpPr>
        <p:spPr>
          <a:xfrm>
            <a:off x="4574540" y="3401060"/>
            <a:ext cx="7012305" cy="33909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2"/>
                </a:solidFill>
                <a:uFillTx/>
                <a:latin typeface="+mn-ea"/>
                <a:sym typeface="+mn-ea"/>
              </a:rPr>
              <a:t>硬件局限：用户体验与留存瓶颈</a:t>
            </a:r>
            <a:endParaRPr lang="zh-CN" altLang="en-US" sz="2100" b="1" dirty="0">
              <a:solidFill>
                <a:schemeClr val="accent2"/>
              </a:solidFill>
              <a:uFillTx/>
              <a:latin typeface="+mn-ea"/>
              <a:sym typeface="+mn-ea"/>
            </a:endParaRPr>
          </a:p>
        </p:txBody>
      </p:sp>
      <p:sp>
        <p:nvSpPr>
          <p:cNvPr id="17" name="正文"/>
          <p:cNvSpPr txBox="1"/>
          <p:nvPr>
            <p:custDataLst>
              <p:tags r:id="rId10"/>
            </p:custDataLst>
          </p:nvPr>
        </p:nvSpPr>
        <p:spPr>
          <a:xfrm>
            <a:off x="4574540" y="5293360"/>
            <a:ext cx="7012305" cy="8667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50000"/>
              </a:lnSpc>
            </a:pP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尝试通过“免费</a:t>
            </a:r>
            <a:r>
              <a:rPr lang="en-US" altLang="zh-CN" sz="17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10</a:t>
            </a: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分钟</a:t>
            </a:r>
            <a:r>
              <a:rPr lang="en-US" altLang="zh-CN" sz="17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+</a:t>
            </a:r>
            <a:r>
              <a:rPr lang="zh-CN" altLang="en-US" sz="17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付费充电”模式增收，但因产品核心价值不足，用户流失加剧，新流量减少，实际收益不增反减。</a:t>
            </a:r>
            <a:endParaRPr lang="zh-CN" altLang="en-US" sz="1700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18" name="标题"/>
          <p:cNvSpPr txBox="1"/>
          <p:nvPr>
            <p:custDataLst>
              <p:tags r:id="rId11"/>
            </p:custDataLst>
          </p:nvPr>
        </p:nvSpPr>
        <p:spPr>
          <a:xfrm>
            <a:off x="4574540" y="4960620"/>
            <a:ext cx="7012305" cy="33909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100" b="1" dirty="0">
                <a:solidFill>
                  <a:schemeClr val="accent3"/>
                </a:solidFill>
                <a:uFillTx/>
                <a:latin typeface="+mn-ea"/>
                <a:sym typeface="+mn-ea"/>
              </a:rPr>
              <a:t>收费模式失效：收益增长乏力</a:t>
            </a:r>
            <a:endParaRPr lang="zh-CN" altLang="en-US" sz="2100" b="1" dirty="0">
              <a:solidFill>
                <a:schemeClr val="accent3"/>
              </a:solidFill>
              <a:uFillTx/>
              <a:latin typeface="+mn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12">
            <a:alphaModFix amt="3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2" grpId="0"/>
      <p:bldP spid="14" grpId="0"/>
      <p:bldP spid="15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软硬件对比分析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装饰  4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5" name="图片占位符 14"/>
          <p:cNvPicPr/>
          <p:nvPr>
            <p:ph type="pic" idx="16392"/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1879600"/>
            <a:ext cx="762000" cy="7620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>
          <a:xfrm>
            <a:off x="1879600" y="1778000"/>
            <a:ext cx="9398000" cy="406400"/>
          </a:xfrm>
        </p:spPr>
        <p:txBody>
          <a:bodyPr>
            <a:no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硬件特性：固定性与环境依赖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>
          <a:xfrm>
            <a:off x="1879600" y="2235200"/>
            <a:ext cx="9398000" cy="304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硬件设备受物理位置限制，使用场景固定，用户需在特定交通站点才能接触和使用，灵活性不足。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/>
          <p:cNvPicPr/>
          <p:nvPr>
            <p:ph type="pic" idx="16394"/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3505200"/>
            <a:ext cx="762000" cy="7620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2"/>
            </p:custDataLst>
          </p:nvPr>
        </p:nvSpPr>
        <p:spPr>
          <a:xfrm>
            <a:off x="1879600" y="3403600"/>
            <a:ext cx="9398000" cy="406400"/>
          </a:xfrm>
        </p:spPr>
        <p:txBody>
          <a:bodyPr>
            <a:no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手机优势：便携性与无界使用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3"/>
            </p:custDataLst>
          </p:nvPr>
        </p:nvSpPr>
        <p:spPr>
          <a:xfrm>
            <a:off x="1879600" y="3860800"/>
            <a:ext cx="9398000" cy="304800"/>
          </a:xfrm>
        </p:spPr>
        <p:txBody>
          <a:bodyPr>
            <a:no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手机具备高度便携性，不受物理环境约束，用户可随时随地通过微信小程序访问座联互动服务，拓展使用场景。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装饰  2"/>
          <p:cNvSpPr>
            <a:spLocks noGrp="1"/>
          </p:cNvSpPr>
          <p:nvPr>
            <p:ph type="body" idx="16397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/>
          <p:cNvPicPr/>
          <p:nvPr>
            <p:ph type="pic" idx="16396"/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4400" y="5130800"/>
            <a:ext cx="762000" cy="7620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8"/>
            </p:custDataLst>
          </p:nvPr>
        </p:nvSpPr>
        <p:spPr>
          <a:xfrm>
            <a:off x="1879600" y="5029200"/>
            <a:ext cx="9398000" cy="406400"/>
          </a:xfrm>
        </p:spPr>
        <p:txBody>
          <a:bodyPr>
            <a:no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用户体验差异：便捷性与可及性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9"/>
            </p:custDataLst>
          </p:nvPr>
        </p:nvSpPr>
        <p:spPr>
          <a:xfrm>
            <a:off x="1879600" y="5486400"/>
            <a:ext cx="9398000" cy="304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手机端服务打破硬件固定限制，提升用户使用便捷度与可及性，更符合用户碎片化、移动化的使用习惯。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20">
            <a:alphaModFix amt="38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48480" y="6350"/>
            <a:ext cx="3495675" cy="511810"/>
          </a:xfrm>
          <a:prstGeom prst="rect">
            <a:avLst/>
          </a:prstGeom>
        </p:spPr>
      </p:pic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5" grpId="0" build="p"/>
      <p:bldP spid="6" grpId="0" build="p"/>
      <p:bldP spid="7" grpId="0" animBg="1" uiExpand="1" build="p"/>
      <p:bldP spid="9" grpId="0" build="p"/>
      <p:bldP spid="10" grpId="0" build="p"/>
      <p:bldP spid="11" grpId="0" animBg="1" uiExpand="1" build="p"/>
      <p:bldP spid="13" grpId="0" build="p"/>
      <p:bldP spid="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b="1"/>
              <a:t>转型目标</a:t>
            </a:r>
            <a:endParaRPr lang="zh-CN" altLang="en-US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6325" y="0"/>
            <a:ext cx="3495675" cy="5118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转型目标：打造出行服务综合体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 useBgFill="1">
        <p:nvSpPr>
          <p:cNvPr id="34" name="圆角矩形 33"/>
          <p:cNvSpPr/>
          <p:nvPr>
            <p:custDataLst>
              <p:tags r:id="rId2"/>
            </p:custDataLst>
          </p:nvPr>
        </p:nvSpPr>
        <p:spPr>
          <a:xfrm>
            <a:off x="610237" y="1712885"/>
            <a:ext cx="5264473" cy="2047967"/>
          </a:xfrm>
          <a:prstGeom prst="roundRect">
            <a:avLst>
              <a:gd name="adj" fmla="val 7369"/>
            </a:avLst>
          </a:prstGeom>
          <a:ln w="9525" cap="rnd">
            <a:solidFill>
              <a:schemeClr val="tx1">
                <a:lumMod val="65000"/>
                <a:lumOff val="35000"/>
                <a:alpha val="20000"/>
              </a:schemeClr>
            </a:solidFill>
            <a:prstDash val="sysDash"/>
            <a:round/>
          </a:ln>
          <a:effectLst>
            <a:outerShdw blurRad="127000" dist="381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 useBgFill="1">
        <p:nvSpPr>
          <p:cNvPr id="3" name="圆角矩形 34"/>
          <p:cNvSpPr/>
          <p:nvPr>
            <p:custDataLst>
              <p:tags r:id="rId3"/>
            </p:custDataLst>
          </p:nvPr>
        </p:nvSpPr>
        <p:spPr>
          <a:xfrm>
            <a:off x="610237" y="1712885"/>
            <a:ext cx="5264473" cy="2047967"/>
          </a:xfrm>
          <a:prstGeom prst="roundRect">
            <a:avLst>
              <a:gd name="adj" fmla="val 7276"/>
            </a:avLst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4" name="圆角矩形 35"/>
          <p:cNvSpPr/>
          <p:nvPr>
            <p:custDataLst>
              <p:tags r:id="rId4"/>
            </p:custDataLst>
          </p:nvPr>
        </p:nvSpPr>
        <p:spPr>
          <a:xfrm>
            <a:off x="610237" y="1712885"/>
            <a:ext cx="5264473" cy="2047967"/>
          </a:xfrm>
          <a:prstGeom prst="roundRect">
            <a:avLst>
              <a:gd name="adj" fmla="val 7369"/>
            </a:avLst>
          </a:prstGeom>
          <a:gradFill>
            <a:gsLst>
              <a:gs pos="88000">
                <a:schemeClr val="accent1">
                  <a:lumMod val="60000"/>
                  <a:lumOff val="40000"/>
                  <a:alpha val="0"/>
                </a:schemeClr>
              </a:gs>
              <a:gs pos="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  <a:sym typeface="+mn-ea"/>
            </a:endParaRPr>
          </a:p>
        </p:txBody>
      </p:sp>
      <p:sp useBgFill="1">
        <p:nvSpPr>
          <p:cNvPr id="5" name="圆角矩形 12"/>
          <p:cNvSpPr/>
          <p:nvPr>
            <p:custDataLst>
              <p:tags r:id="rId5"/>
            </p:custDataLst>
          </p:nvPr>
        </p:nvSpPr>
        <p:spPr>
          <a:xfrm>
            <a:off x="609600" y="4163313"/>
            <a:ext cx="10970890" cy="2047967"/>
          </a:xfrm>
          <a:prstGeom prst="roundRect">
            <a:avLst>
              <a:gd name="adj" fmla="val 7369"/>
            </a:avLst>
          </a:prstGeom>
          <a:ln w="9525" cap="rnd">
            <a:solidFill>
              <a:schemeClr val="tx1">
                <a:lumMod val="65000"/>
                <a:lumOff val="35000"/>
                <a:alpha val="20000"/>
              </a:schemeClr>
            </a:solidFill>
            <a:prstDash val="sysDash"/>
            <a:round/>
          </a:ln>
          <a:effectLst>
            <a:outerShdw blurRad="127000" dist="38100" dir="5400000" algn="t" rotWithShape="0">
              <a:schemeClr val="accent3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 useBgFill="1">
        <p:nvSpPr>
          <p:cNvPr id="10" name="圆角矩形 14"/>
          <p:cNvSpPr/>
          <p:nvPr>
            <p:custDataLst>
              <p:tags r:id="rId6"/>
            </p:custDataLst>
          </p:nvPr>
        </p:nvSpPr>
        <p:spPr>
          <a:xfrm>
            <a:off x="609600" y="4163313"/>
            <a:ext cx="10970890" cy="2047967"/>
          </a:xfrm>
          <a:prstGeom prst="roundRect">
            <a:avLst>
              <a:gd name="adj" fmla="val 7276"/>
            </a:avLst>
          </a:prstGeom>
          <a:solidFill>
            <a:schemeClr val="lt1">
              <a:lumMod val="100000"/>
              <a:alpha val="20000"/>
            </a:schemeClr>
          </a:soli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7"/>
            </p:custDataLst>
          </p:nvPr>
        </p:nvSpPr>
        <p:spPr>
          <a:xfrm>
            <a:off x="609600" y="4163313"/>
            <a:ext cx="10970890" cy="2047967"/>
          </a:xfrm>
          <a:prstGeom prst="roundRect">
            <a:avLst>
              <a:gd name="adj" fmla="val 7369"/>
            </a:avLst>
          </a:prstGeom>
          <a:gradFill>
            <a:gsLst>
              <a:gs pos="88000">
                <a:schemeClr val="accent3">
                  <a:lumMod val="60000"/>
                  <a:lumOff val="40000"/>
                  <a:alpha val="0"/>
                </a:schemeClr>
              </a:gs>
              <a:gs pos="0">
                <a:schemeClr val="accent3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317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latin typeface="+mn-ea"/>
              <a:sym typeface="+mn-ea"/>
            </a:endParaRPr>
          </a:p>
        </p:txBody>
      </p:sp>
      <p:sp>
        <p:nvSpPr>
          <p:cNvPr id="11" name="圆角矩形 4"/>
          <p:cNvSpPr/>
          <p:nvPr>
            <p:custDataLst>
              <p:tags r:id="rId8"/>
            </p:custDataLst>
          </p:nvPr>
        </p:nvSpPr>
        <p:spPr>
          <a:xfrm>
            <a:off x="6316653" y="1712885"/>
            <a:ext cx="5264473" cy="2047967"/>
          </a:xfrm>
          <a:prstGeom prst="roundRect">
            <a:avLst>
              <a:gd name="adj" fmla="val 5970"/>
            </a:avLst>
          </a:prstGeom>
          <a:gradFill>
            <a:gsLst>
              <a:gs pos="100000">
                <a:schemeClr val="accent2">
                  <a:lumMod val="60000"/>
                  <a:lumOff val="40000"/>
                  <a:alpha val="100000"/>
                </a:schemeClr>
              </a:gs>
              <a:gs pos="26000">
                <a:schemeClr val="accent2">
                  <a:alpha val="100000"/>
                </a:schemeClr>
              </a:gs>
            </a:gsLst>
            <a:lin ang="13500000" scaled="0"/>
          </a:gradFill>
          <a:ln>
            <a:noFill/>
          </a:ln>
          <a:effectLst>
            <a:outerShdw blurRad="101600" dist="50800" dir="5400000" algn="t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7200540" y="1907110"/>
            <a:ext cx="4032254" cy="45467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000" b="1">
                <a:solidFill>
                  <a:schemeClr val="tx1"/>
                </a:solidFill>
              </a:rPr>
              <a:t>核心能力构建：</a:t>
            </a:r>
            <a:r>
              <a:rPr lang="en-US" altLang="zh-CN" sz="2000" b="1">
                <a:solidFill>
                  <a:schemeClr val="tx1"/>
                </a:solidFill>
              </a:rPr>
              <a:t>AI</a:t>
            </a:r>
            <a:r>
              <a:rPr lang="zh-CN" altLang="en-US" sz="2000" b="1">
                <a:solidFill>
                  <a:schemeClr val="tx1"/>
                </a:solidFill>
              </a:rPr>
              <a:t>驱动服务闭环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2" name="圆角矩形 10"/>
          <p:cNvSpPr/>
          <p:nvPr>
            <p:custDataLst>
              <p:tags r:id="rId10"/>
            </p:custDataLst>
          </p:nvPr>
        </p:nvSpPr>
        <p:spPr>
          <a:xfrm>
            <a:off x="6643971" y="1986711"/>
            <a:ext cx="368074" cy="36807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241300" dist="38100" dir="5400000" algn="t" rotWithShape="0">
              <a:schemeClr val="accent2">
                <a:lumMod val="75000"/>
                <a:alpha val="16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14" name="图片 11" descr="343439383331313b343532303032323bb2fac6b7d5b9cabe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26119" y="2068859"/>
            <a:ext cx="204415" cy="204415"/>
          </a:xfrm>
          <a:prstGeom prst="rect">
            <a:avLst/>
          </a:prstGeom>
        </p:spPr>
      </p:pic>
      <p:sp>
        <p:nvSpPr>
          <p:cNvPr id="18" name="任意多边形 16"/>
          <p:cNvSpPr/>
          <p:nvPr>
            <p:custDataLst>
              <p:tags r:id="rId14"/>
            </p:custDataLst>
          </p:nvPr>
        </p:nvSpPr>
        <p:spPr>
          <a:xfrm>
            <a:off x="10852621" y="2645168"/>
            <a:ext cx="729779" cy="1115684"/>
          </a:xfrm>
          <a:custGeom>
            <a:avLst/>
            <a:gdLst>
              <a:gd name="adj" fmla="val 597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6" h="1752">
                <a:moveTo>
                  <a:pt x="1143" y="0"/>
                </a:moveTo>
                <a:lnTo>
                  <a:pt x="1146" y="0"/>
                </a:lnTo>
                <a:lnTo>
                  <a:pt x="1146" y="1560"/>
                </a:lnTo>
                <a:cubicBezTo>
                  <a:pt x="1146" y="1666"/>
                  <a:pt x="1060" y="1752"/>
                  <a:pt x="954" y="1752"/>
                </a:cubicBezTo>
                <a:lnTo>
                  <a:pt x="176" y="1752"/>
                </a:lnTo>
                <a:lnTo>
                  <a:pt x="165" y="1735"/>
                </a:lnTo>
                <a:cubicBezTo>
                  <a:pt x="60" y="1562"/>
                  <a:pt x="0" y="1359"/>
                  <a:pt x="0" y="1143"/>
                </a:cubicBezTo>
                <a:cubicBezTo>
                  <a:pt x="0" y="512"/>
                  <a:pt x="512" y="0"/>
                  <a:pt x="1143" y="0"/>
                </a:cubicBezTo>
                <a:close/>
              </a:path>
            </a:pathLst>
          </a:custGeom>
          <a:gradFill>
            <a:gsLst>
              <a:gs pos="52000">
                <a:schemeClr val="accent2">
                  <a:lumMod val="60000"/>
                  <a:lumOff val="40000"/>
                  <a:alpha val="0"/>
                </a:schemeClr>
              </a:gs>
              <a:gs pos="0">
                <a:schemeClr val="accent2">
                  <a:lumMod val="52000"/>
                  <a:lumOff val="48000"/>
                  <a:alpha val="23000"/>
                </a:schemeClr>
              </a:gs>
            </a:gsLst>
            <a:lin ang="18900000" scaled="0"/>
          </a:gradFill>
          <a:ln w="9525">
            <a:gradFill>
              <a:gsLst>
                <a:gs pos="0">
                  <a:srgbClr val="FFFFFF">
                    <a:alpha val="20000"/>
                  </a:srgbClr>
                </a:gs>
                <a:gs pos="77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189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6643971" y="2487877"/>
            <a:ext cx="4644224" cy="10564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l" fontAlgn="auto">
              <a:lnSpc>
                <a:spcPct val="140000"/>
              </a:lnSpc>
            </a:pP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通过客服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AI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员工调用第三方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API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，实现从出行信息查询、攻略制定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、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酒店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/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景点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/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餐饮预订到订单售后的全流程服务，打造自有服务生态。</a:t>
            </a:r>
            <a:endParaRPr lang="zh-CN" altLang="en-US" sz="1600" b="1" kern="0" dirty="0">
              <a:ln>
                <a:noFill/>
                <a:prstDash val="sysDot"/>
              </a:ln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+mn-ea"/>
            </a:endParaRPr>
          </a:p>
        </p:txBody>
      </p:sp>
      <p:sp>
        <p:nvSpPr>
          <p:cNvPr id="19" name="任意多边形 17"/>
          <p:cNvSpPr/>
          <p:nvPr>
            <p:custDataLst>
              <p:tags r:id="rId16"/>
            </p:custDataLst>
          </p:nvPr>
        </p:nvSpPr>
        <p:spPr>
          <a:xfrm flipH="1">
            <a:off x="6316653" y="2645168"/>
            <a:ext cx="729779" cy="1115684"/>
          </a:xfrm>
          <a:custGeom>
            <a:avLst/>
            <a:gdLst>
              <a:gd name="adj" fmla="val 5970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6" h="1752">
                <a:moveTo>
                  <a:pt x="1143" y="0"/>
                </a:moveTo>
                <a:lnTo>
                  <a:pt x="1146" y="0"/>
                </a:lnTo>
                <a:lnTo>
                  <a:pt x="1146" y="1560"/>
                </a:lnTo>
                <a:cubicBezTo>
                  <a:pt x="1146" y="1666"/>
                  <a:pt x="1060" y="1752"/>
                  <a:pt x="954" y="1752"/>
                </a:cubicBezTo>
                <a:lnTo>
                  <a:pt x="176" y="1752"/>
                </a:lnTo>
                <a:lnTo>
                  <a:pt x="165" y="1735"/>
                </a:lnTo>
                <a:cubicBezTo>
                  <a:pt x="60" y="1562"/>
                  <a:pt x="0" y="1359"/>
                  <a:pt x="0" y="1143"/>
                </a:cubicBezTo>
                <a:cubicBezTo>
                  <a:pt x="0" y="512"/>
                  <a:pt x="512" y="0"/>
                  <a:pt x="1143" y="0"/>
                </a:cubicBezTo>
                <a:close/>
              </a:path>
            </a:pathLst>
          </a:custGeom>
          <a:gradFill>
            <a:gsLst>
              <a:gs pos="52000">
                <a:schemeClr val="accent2">
                  <a:lumMod val="60000"/>
                  <a:lumOff val="40000"/>
                  <a:alpha val="0"/>
                </a:schemeClr>
              </a:gs>
              <a:gs pos="0">
                <a:schemeClr val="accent2">
                  <a:lumMod val="52000"/>
                  <a:lumOff val="48000"/>
                  <a:alpha val="23000"/>
                </a:schemeClr>
              </a:gs>
            </a:gsLst>
            <a:lin ang="18900000" scaled="0"/>
          </a:gradFill>
          <a:ln w="9525">
            <a:gradFill>
              <a:gsLst>
                <a:gs pos="0">
                  <a:srgbClr val="FFFFFF">
                    <a:alpha val="20000"/>
                  </a:srgbClr>
                </a:gs>
                <a:gs pos="77000">
                  <a:schemeClr val="accent2">
                    <a:lumMod val="60000"/>
                    <a:lumOff val="40000"/>
                    <a:alpha val="0"/>
                  </a:schemeClr>
                </a:gs>
              </a:gsLst>
              <a:lin ang="189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0" name="文本框 18"/>
          <p:cNvSpPr txBox="1"/>
          <p:nvPr>
            <p:custDataLst>
              <p:tags r:id="rId17"/>
            </p:custDataLst>
          </p:nvPr>
        </p:nvSpPr>
        <p:spPr>
          <a:xfrm>
            <a:off x="1530421" y="4406573"/>
            <a:ext cx="9758411" cy="45467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价值闭环形成：流量自主与商业增值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圆角矩形 19"/>
          <p:cNvSpPr/>
          <p:nvPr>
            <p:custDataLst>
              <p:tags r:id="rId18"/>
            </p:custDataLst>
          </p:nvPr>
        </p:nvSpPr>
        <p:spPr>
          <a:xfrm>
            <a:off x="973853" y="4486174"/>
            <a:ext cx="368074" cy="368074"/>
          </a:xfrm>
          <a:prstGeom prst="roundRect">
            <a:avLst/>
          </a:prstGeom>
          <a:gradFill>
            <a:gsLst>
              <a:gs pos="100000">
                <a:schemeClr val="accent3">
                  <a:lumMod val="60000"/>
                  <a:lumOff val="40000"/>
                  <a:alpha val="100000"/>
                </a:schemeClr>
              </a:gs>
              <a:gs pos="5000">
                <a:schemeClr val="accent3">
                  <a:alpha val="100000"/>
                </a:schemeClr>
              </a:gs>
            </a:gsLst>
            <a:lin ang="13500000" scaled="0"/>
          </a:gradFill>
          <a:ln>
            <a:noFill/>
          </a:ln>
          <a:effectLst>
            <a:outerShdw blurRad="127000" dist="101600" dir="5400000" algn="t" rotWithShape="0">
              <a:schemeClr val="accent3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文本框 22"/>
          <p:cNvSpPr txBox="1"/>
          <p:nvPr>
            <p:custDataLst>
              <p:tags r:id="rId19"/>
            </p:custDataLst>
          </p:nvPr>
        </p:nvSpPr>
        <p:spPr>
          <a:xfrm>
            <a:off x="973853" y="5027459"/>
            <a:ext cx="10314343" cy="8813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l" fontAlgn="auto">
              <a:lnSpc>
                <a:spcPct val="140000"/>
              </a:lnSpc>
            </a:pP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将外部分销流量转化为自有流量，建立用户数据库与算法推送能力，提升用户粘性，拓展广告、预订佣金等多元收益渠道。</a:t>
            </a:r>
            <a:endParaRPr lang="zh-CN" altLang="en-US" sz="1600" b="1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25" name="图片 23" descr="金币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1021715" y="4533265"/>
            <a:ext cx="272415" cy="27368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1506859" y="1832604"/>
            <a:ext cx="4087656" cy="45467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战略定位升级：从工具到平台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圆角矩形 28"/>
          <p:cNvSpPr/>
          <p:nvPr>
            <p:custDataLst>
              <p:tags r:id="rId24"/>
            </p:custDataLst>
          </p:nvPr>
        </p:nvSpPr>
        <p:spPr>
          <a:xfrm>
            <a:off x="950291" y="1912205"/>
            <a:ext cx="368074" cy="368074"/>
          </a:xfrm>
          <a:prstGeom prst="roundRect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100000"/>
                </a:schemeClr>
              </a:gs>
              <a:gs pos="5000">
                <a:schemeClr val="accent1">
                  <a:alpha val="100000"/>
                </a:schemeClr>
              </a:gs>
            </a:gsLst>
            <a:lin ang="13500000" scaled="0"/>
          </a:gradFill>
          <a:ln>
            <a:noFill/>
          </a:ln>
          <a:effectLst>
            <a:outerShdw blurRad="127000" dist="101600" dir="5400000" algn="t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25"/>
            </p:custDataLst>
          </p:nvPr>
        </p:nvSpPr>
        <p:spPr>
          <a:xfrm>
            <a:off x="950291" y="2413371"/>
            <a:ext cx="4644224" cy="105646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l" fontAlgn="auto">
              <a:lnSpc>
                <a:spcPct val="140000"/>
              </a:lnSpc>
            </a:pP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突破“充电</a:t>
            </a: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+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广告”单一模式，转型为整合携程、美团等多平台服务的出行综合体，为用户提供一站式旅行解决方案。</a:t>
            </a:r>
            <a:endParaRPr lang="zh-CN" altLang="en-US" sz="1600" b="1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31" name="图片 30" descr="报告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1011555" y="1986915"/>
            <a:ext cx="245110" cy="24511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logo side"/>
          <p:cNvPicPr>
            <a:picLocks noChangeAspect="1"/>
          </p:cNvPicPr>
          <p:nvPr/>
        </p:nvPicPr>
        <p:blipFill>
          <a:blip r:embed="rId29">
            <a:alphaModFix amt="38000"/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" grpId="0" animBg="1"/>
      <p:bldP spid="4" grpId="0" animBg="1"/>
      <p:bldP spid="5" grpId="0" animBg="1"/>
      <p:bldP spid="10" grpId="0" animBg="1"/>
      <p:bldP spid="16" grpId="0" animBg="1"/>
      <p:bldP spid="11" grpId="0" animBg="1"/>
      <p:bldP spid="21" grpId="0"/>
      <p:bldP spid="12" grpId="0" animBg="1"/>
      <p:bldP spid="18" grpId="0" animBg="1"/>
      <p:bldP spid="22" grpId="0"/>
      <p:bldP spid="19" grpId="0" animBg="1"/>
      <p:bldP spid="20" grpId="0"/>
      <p:bldP spid="23" grpId="0" animBg="1"/>
      <p:bldP spid="24" grpId="0"/>
      <p:bldP spid="28" grpId="0"/>
      <p:bldP spid="29" grpId="0" animBg="1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>
          <a:xfrm>
            <a:off x="5391150" y="3530600"/>
            <a:ext cx="5784850" cy="1524000"/>
          </a:xfrm>
        </p:spPr>
        <p:txBody>
          <a:bodyPr>
            <a:normAutofit/>
          </a:bodyPr>
          <a:p>
            <a:r>
              <a:rPr lang="zh-CN" altLang="en-US" b="1"/>
              <a:t>合作模式</a:t>
            </a:r>
            <a:endParaRPr lang="zh-CN" altLang="en-US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4575" y="19685"/>
            <a:ext cx="3495675" cy="5118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座联客服</a:t>
            </a:r>
            <a:r>
              <a:rPr lang="en-US" altLang="zh-CN" b="1">
                <a:solidFill>
                  <a:schemeClr val="tx1">
                    <a:lumMod val="65000"/>
                    <a:lumOff val="35000"/>
                  </a:schemeClr>
                </a:solidFill>
              </a:rPr>
              <a:t>AI</a:t>
            </a:r>
            <a:endParaRPr lang="en-US" altLang="zh-CN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294725" y="4279586"/>
            <a:ext cx="2696589" cy="5239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1"/>
                </a:solidFill>
                <a:latin typeface="+mn-ea"/>
                <a:cs typeface="+mn-ea"/>
              </a:rPr>
              <a:t>Sentura</a:t>
            </a: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</a:rPr>
              <a:t>核心职责：后端</a:t>
            </a:r>
            <a:r>
              <a:rPr lang="en-US" altLang="zh-CN" sz="1600" b="1">
                <a:solidFill>
                  <a:schemeClr val="accent1"/>
                </a:solidFill>
                <a:latin typeface="+mn-ea"/>
                <a:cs typeface="+mn-ea"/>
              </a:rPr>
              <a:t>Agent</a:t>
            </a: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</a:rPr>
              <a:t>开发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290914" y="4912770"/>
            <a:ext cx="2696589" cy="160360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Sentura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负责提供座联互动所需的后端</a:t>
            </a: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Agent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，支撑用户服务逻辑与功能实现，为整体方案提供技术核心支持。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4749611" y="4279586"/>
            <a:ext cx="2696589" cy="5239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accent2"/>
                </a:solidFill>
                <a:latin typeface="+mn-ea"/>
                <a:cs typeface="+mn-ea"/>
              </a:rPr>
              <a:t>座联主导范畴：前端入口与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cs typeface="+mn-ea"/>
              </a:rPr>
              <a:t>UI/UX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cs typeface="+mn-ea"/>
              </a:rPr>
              <a:t>设计</a:t>
            </a:r>
            <a:endParaRPr lang="zh-CN" altLang="en-US" sz="1600" b="1" dirty="0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4745800" y="4912770"/>
            <a:ext cx="2696589" cy="160360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座联负责入口搭建及</a:t>
            </a:r>
            <a:r>
              <a:rPr lang="en-US" altLang="zh-CN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UI/UX</a:t>
            </a: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设计，确保前端呈现符合其品牌定位与用户体验需求，掌握用户交互第一触点。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204497" y="4279586"/>
            <a:ext cx="2696589" cy="52394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3"/>
                </a:solidFill>
                <a:latin typeface="+mn-ea"/>
                <a:cs typeface="+mn-ea"/>
              </a:rPr>
              <a:t>核心入口方式：扫码跳转微信小程序</a:t>
            </a:r>
            <a:endParaRPr lang="zh-CN" altLang="en-US" sz="16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8200686" y="4912770"/>
            <a:ext cx="2696589" cy="1603601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n>
                  <a:noFill/>
                  <a:prstDash val="sysDot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用户通过扫描硬件二维码，直接跳转至微信小程序获取服务。</a:t>
            </a:r>
            <a:endParaRPr lang="zh-CN" altLang="en-US" sz="1400">
              <a:ln>
                <a:noFill/>
                <a:prstDash val="sysDot"/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5" name="图片 4" descr="E:/商务素材图片/7966031_.jpg7966031_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2806" b="2806"/>
          <a:stretch>
            <a:fillRect/>
          </a:stretch>
        </p:blipFill>
        <p:spPr>
          <a:xfrm>
            <a:off x="1636403" y="2042166"/>
            <a:ext cx="1982114" cy="201894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38" h="6862">
                <a:moveTo>
                  <a:pt x="0" y="0"/>
                </a:moveTo>
                <a:lnTo>
                  <a:pt x="5982" y="0"/>
                </a:lnTo>
                <a:lnTo>
                  <a:pt x="6738" y="756"/>
                </a:lnTo>
                <a:lnTo>
                  <a:pt x="6738" y="6862"/>
                </a:lnTo>
                <a:lnTo>
                  <a:pt x="756" y="6862"/>
                </a:lnTo>
                <a:lnTo>
                  <a:pt x="0" y="61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chemeClr val="accent1"/>
            </a:solidFill>
          </a:ln>
        </p:spPr>
      </p:pic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16200000">
            <a:off x="3289540" y="3643226"/>
            <a:ext cx="838318" cy="3810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rgbClr val="65B4D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" name="任意多边形 3"/>
          <p:cNvSpPr/>
          <p:nvPr>
            <p:custDataLst>
              <p:tags r:id="rId11"/>
            </p:custDataLst>
          </p:nvPr>
        </p:nvSpPr>
        <p:spPr>
          <a:xfrm rot="16200000">
            <a:off x="1208988" y="2369237"/>
            <a:ext cx="724002" cy="3810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29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2" y="97"/>
                </a:moveTo>
                <a:lnTo>
                  <a:pt x="156" y="0"/>
                </a:lnTo>
                <a:lnTo>
                  <a:pt x="233" y="0"/>
                </a:lnTo>
                <a:lnTo>
                  <a:pt x="209" y="97"/>
                </a:lnTo>
                <a:lnTo>
                  <a:pt x="132" y="97"/>
                </a:lnTo>
                <a:close/>
                <a:moveTo>
                  <a:pt x="265" y="97"/>
                </a:moveTo>
                <a:lnTo>
                  <a:pt x="289" y="0"/>
                </a:lnTo>
                <a:lnTo>
                  <a:pt x="366" y="0"/>
                </a:lnTo>
                <a:lnTo>
                  <a:pt x="342" y="97"/>
                </a:lnTo>
                <a:lnTo>
                  <a:pt x="265" y="97"/>
                </a:lnTo>
                <a:close/>
                <a:moveTo>
                  <a:pt x="398" y="97"/>
                </a:moveTo>
                <a:lnTo>
                  <a:pt x="422" y="0"/>
                </a:lnTo>
                <a:lnTo>
                  <a:pt x="499" y="0"/>
                </a:lnTo>
                <a:lnTo>
                  <a:pt x="475" y="97"/>
                </a:lnTo>
                <a:lnTo>
                  <a:pt x="398" y="97"/>
                </a:lnTo>
                <a:close/>
                <a:moveTo>
                  <a:pt x="531" y="97"/>
                </a:moveTo>
                <a:lnTo>
                  <a:pt x="555" y="0"/>
                </a:lnTo>
                <a:lnTo>
                  <a:pt x="632" y="0"/>
                </a:lnTo>
                <a:lnTo>
                  <a:pt x="608" y="97"/>
                </a:lnTo>
                <a:lnTo>
                  <a:pt x="531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8" y="97"/>
                </a:moveTo>
                <a:lnTo>
                  <a:pt x="1352" y="0"/>
                </a:lnTo>
                <a:lnTo>
                  <a:pt x="1429" y="0"/>
                </a:lnTo>
                <a:lnTo>
                  <a:pt x="1405" y="97"/>
                </a:lnTo>
                <a:lnTo>
                  <a:pt x="1328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66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rgbClr val="65B4D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7" name="任意多边形: 形状 184"/>
          <p:cNvSpPr/>
          <p:nvPr>
            <p:custDataLst>
              <p:tags r:id="rId12"/>
            </p:custDataLst>
          </p:nvPr>
        </p:nvSpPr>
        <p:spPr>
          <a:xfrm flipH="1">
            <a:off x="1630687" y="1999615"/>
            <a:ext cx="450278" cy="38105"/>
          </a:xfrm>
          <a:custGeom>
            <a:avLst/>
            <a:gdLst>
              <a:gd name="connsiteX0" fmla="*/ 0 w 757056"/>
              <a:gd name="connsiteY0" fmla="*/ 0 h 126654"/>
              <a:gd name="connsiteX1" fmla="*/ 696817 w 757056"/>
              <a:gd name="connsiteY1" fmla="*/ 0 h 126654"/>
              <a:gd name="connsiteX2" fmla="*/ 757056 w 757056"/>
              <a:gd name="connsiteY2" fmla="*/ 126654 h 126654"/>
              <a:gd name="connsiteX3" fmla="*/ 0 w 757056"/>
              <a:gd name="connsiteY3" fmla="*/ 126654 h 12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056" h="126654">
                <a:moveTo>
                  <a:pt x="0" y="0"/>
                </a:moveTo>
                <a:lnTo>
                  <a:pt x="696817" y="0"/>
                </a:lnTo>
                <a:lnTo>
                  <a:pt x="757056" y="126654"/>
                </a:lnTo>
                <a:lnTo>
                  <a:pt x="0" y="1266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0" name="任意多边形: 形状 184"/>
          <p:cNvSpPr/>
          <p:nvPr>
            <p:custDataLst>
              <p:tags r:id="rId13"/>
            </p:custDataLst>
          </p:nvPr>
        </p:nvSpPr>
        <p:spPr>
          <a:xfrm flipH="1" flipV="1">
            <a:off x="3175859" y="4064925"/>
            <a:ext cx="450278" cy="38105"/>
          </a:xfrm>
          <a:custGeom>
            <a:avLst/>
            <a:gdLst>
              <a:gd name="connsiteX0" fmla="*/ 0 w 757056"/>
              <a:gd name="connsiteY0" fmla="*/ 0 h 126654"/>
              <a:gd name="connsiteX1" fmla="*/ 696817 w 757056"/>
              <a:gd name="connsiteY1" fmla="*/ 0 h 126654"/>
              <a:gd name="connsiteX2" fmla="*/ 757056 w 757056"/>
              <a:gd name="connsiteY2" fmla="*/ 126654 h 126654"/>
              <a:gd name="connsiteX3" fmla="*/ 0 w 757056"/>
              <a:gd name="connsiteY3" fmla="*/ 126654 h 12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056" h="126654">
                <a:moveTo>
                  <a:pt x="0" y="0"/>
                </a:moveTo>
                <a:lnTo>
                  <a:pt x="696817" y="0"/>
                </a:lnTo>
                <a:lnTo>
                  <a:pt x="757056" y="126654"/>
                </a:lnTo>
                <a:lnTo>
                  <a:pt x="0" y="1266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任意多边形 24"/>
          <p:cNvSpPr/>
          <p:nvPr>
            <p:custDataLst>
              <p:tags r:id="rId14"/>
            </p:custDataLst>
          </p:nvPr>
        </p:nvSpPr>
        <p:spPr>
          <a:xfrm>
            <a:off x="3468636" y="2025654"/>
            <a:ext cx="221646" cy="727812"/>
          </a:xfrm>
          <a:custGeom>
            <a:avLst/>
            <a:gdLst>
              <a:gd name="connisteX0" fmla="*/ 0 w 209550"/>
              <a:gd name="connsiteY0" fmla="*/ 0 h 687705"/>
              <a:gd name="connisteX1" fmla="*/ 209550 w 209550"/>
              <a:gd name="connsiteY1" fmla="*/ 211455 h 687705"/>
              <a:gd name="connisteX2" fmla="*/ 203835 w 209550"/>
              <a:gd name="connsiteY2" fmla="*/ 687705 h 6877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09550" h="687705">
                <a:moveTo>
                  <a:pt x="0" y="0"/>
                </a:moveTo>
                <a:lnTo>
                  <a:pt x="209550" y="211455"/>
                </a:lnTo>
                <a:lnTo>
                  <a:pt x="203835" y="687705"/>
                </a:lnTo>
              </a:path>
            </a:pathLst>
          </a:custGeom>
          <a:noFill/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6" name="任意多边形 25"/>
          <p:cNvSpPr/>
          <p:nvPr>
            <p:custDataLst>
              <p:tags r:id="rId15"/>
            </p:custDataLst>
          </p:nvPr>
        </p:nvSpPr>
        <p:spPr>
          <a:xfrm>
            <a:off x="1574164" y="2906522"/>
            <a:ext cx="219741" cy="1197778"/>
          </a:xfrm>
          <a:custGeom>
            <a:avLst/>
            <a:gdLst>
              <a:gd name="connisteX0" fmla="*/ 207645 w 207645"/>
              <a:gd name="connsiteY0" fmla="*/ 1131570 h 1131570"/>
              <a:gd name="connisteX1" fmla="*/ 3810 w 207645"/>
              <a:gd name="connsiteY1" fmla="*/ 927735 h 1131570"/>
              <a:gd name="connisteX2" fmla="*/ 0 w 207645"/>
              <a:gd name="connsiteY2" fmla="*/ 0 h 11315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07645" h="1131570">
                <a:moveTo>
                  <a:pt x="207645" y="1131570"/>
                </a:moveTo>
                <a:lnTo>
                  <a:pt x="3810" y="927735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27" name="图片 26" descr="E:/设计图片素材/7725950_.jpg7725950_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t="3598" b="3598"/>
          <a:stretch>
            <a:fillRect/>
          </a:stretch>
        </p:blipFill>
        <p:spPr>
          <a:xfrm>
            <a:off x="5091289" y="2042166"/>
            <a:ext cx="1982114" cy="201894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38" h="6862">
                <a:moveTo>
                  <a:pt x="0" y="0"/>
                </a:moveTo>
                <a:lnTo>
                  <a:pt x="5982" y="0"/>
                </a:lnTo>
                <a:lnTo>
                  <a:pt x="6738" y="756"/>
                </a:lnTo>
                <a:lnTo>
                  <a:pt x="6738" y="6862"/>
                </a:lnTo>
                <a:lnTo>
                  <a:pt x="756" y="6862"/>
                </a:lnTo>
                <a:lnTo>
                  <a:pt x="0" y="61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6350">
            <a:solidFill>
              <a:schemeClr val="accent2"/>
            </a:solidFill>
          </a:ln>
        </p:spPr>
      </p:pic>
      <p:sp>
        <p:nvSpPr>
          <p:cNvPr id="28" name="任意多边形 27"/>
          <p:cNvSpPr/>
          <p:nvPr>
            <p:custDataLst>
              <p:tags r:id="rId18"/>
            </p:custDataLst>
          </p:nvPr>
        </p:nvSpPr>
        <p:spPr>
          <a:xfrm rot="16200000">
            <a:off x="6744426" y="3643226"/>
            <a:ext cx="838318" cy="3810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rgbClr val="65B4D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任意多边形 28"/>
          <p:cNvSpPr/>
          <p:nvPr>
            <p:custDataLst>
              <p:tags r:id="rId19"/>
            </p:custDataLst>
          </p:nvPr>
        </p:nvSpPr>
        <p:spPr>
          <a:xfrm rot="16200000">
            <a:off x="4663874" y="2369237"/>
            <a:ext cx="724002" cy="3810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29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2" y="97"/>
                </a:moveTo>
                <a:lnTo>
                  <a:pt x="156" y="0"/>
                </a:lnTo>
                <a:lnTo>
                  <a:pt x="233" y="0"/>
                </a:lnTo>
                <a:lnTo>
                  <a:pt x="209" y="97"/>
                </a:lnTo>
                <a:lnTo>
                  <a:pt x="132" y="97"/>
                </a:lnTo>
                <a:close/>
                <a:moveTo>
                  <a:pt x="265" y="97"/>
                </a:moveTo>
                <a:lnTo>
                  <a:pt x="289" y="0"/>
                </a:lnTo>
                <a:lnTo>
                  <a:pt x="366" y="0"/>
                </a:lnTo>
                <a:lnTo>
                  <a:pt x="342" y="97"/>
                </a:lnTo>
                <a:lnTo>
                  <a:pt x="265" y="97"/>
                </a:lnTo>
                <a:close/>
                <a:moveTo>
                  <a:pt x="398" y="97"/>
                </a:moveTo>
                <a:lnTo>
                  <a:pt x="422" y="0"/>
                </a:lnTo>
                <a:lnTo>
                  <a:pt x="499" y="0"/>
                </a:lnTo>
                <a:lnTo>
                  <a:pt x="475" y="97"/>
                </a:lnTo>
                <a:lnTo>
                  <a:pt x="398" y="97"/>
                </a:lnTo>
                <a:close/>
                <a:moveTo>
                  <a:pt x="531" y="97"/>
                </a:moveTo>
                <a:lnTo>
                  <a:pt x="555" y="0"/>
                </a:lnTo>
                <a:lnTo>
                  <a:pt x="632" y="0"/>
                </a:lnTo>
                <a:lnTo>
                  <a:pt x="608" y="97"/>
                </a:lnTo>
                <a:lnTo>
                  <a:pt x="531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8" y="97"/>
                </a:moveTo>
                <a:lnTo>
                  <a:pt x="1352" y="0"/>
                </a:lnTo>
                <a:lnTo>
                  <a:pt x="1429" y="0"/>
                </a:lnTo>
                <a:lnTo>
                  <a:pt x="1405" y="97"/>
                </a:lnTo>
                <a:lnTo>
                  <a:pt x="1328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66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rgbClr val="65B4D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任意多边形: 形状 184"/>
          <p:cNvSpPr/>
          <p:nvPr>
            <p:custDataLst>
              <p:tags r:id="rId20"/>
            </p:custDataLst>
          </p:nvPr>
        </p:nvSpPr>
        <p:spPr>
          <a:xfrm flipH="1">
            <a:off x="5085573" y="1999615"/>
            <a:ext cx="450278" cy="38105"/>
          </a:xfrm>
          <a:custGeom>
            <a:avLst/>
            <a:gdLst>
              <a:gd name="connsiteX0" fmla="*/ 0 w 757056"/>
              <a:gd name="connsiteY0" fmla="*/ 0 h 126654"/>
              <a:gd name="connsiteX1" fmla="*/ 696817 w 757056"/>
              <a:gd name="connsiteY1" fmla="*/ 0 h 126654"/>
              <a:gd name="connsiteX2" fmla="*/ 757056 w 757056"/>
              <a:gd name="connsiteY2" fmla="*/ 126654 h 126654"/>
              <a:gd name="connsiteX3" fmla="*/ 0 w 757056"/>
              <a:gd name="connsiteY3" fmla="*/ 126654 h 12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056" h="126654">
                <a:moveTo>
                  <a:pt x="0" y="0"/>
                </a:moveTo>
                <a:lnTo>
                  <a:pt x="696817" y="0"/>
                </a:lnTo>
                <a:lnTo>
                  <a:pt x="757056" y="126654"/>
                </a:lnTo>
                <a:lnTo>
                  <a:pt x="0" y="1266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任意多边形: 形状 184"/>
          <p:cNvSpPr/>
          <p:nvPr>
            <p:custDataLst>
              <p:tags r:id="rId21"/>
            </p:custDataLst>
          </p:nvPr>
        </p:nvSpPr>
        <p:spPr>
          <a:xfrm flipH="1" flipV="1">
            <a:off x="6630745" y="4064925"/>
            <a:ext cx="450278" cy="38105"/>
          </a:xfrm>
          <a:custGeom>
            <a:avLst/>
            <a:gdLst>
              <a:gd name="connsiteX0" fmla="*/ 0 w 757056"/>
              <a:gd name="connsiteY0" fmla="*/ 0 h 126654"/>
              <a:gd name="connsiteX1" fmla="*/ 696817 w 757056"/>
              <a:gd name="connsiteY1" fmla="*/ 0 h 126654"/>
              <a:gd name="connsiteX2" fmla="*/ 757056 w 757056"/>
              <a:gd name="connsiteY2" fmla="*/ 126654 h 126654"/>
              <a:gd name="connsiteX3" fmla="*/ 0 w 757056"/>
              <a:gd name="connsiteY3" fmla="*/ 126654 h 12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056" h="126654">
                <a:moveTo>
                  <a:pt x="0" y="0"/>
                </a:moveTo>
                <a:lnTo>
                  <a:pt x="696817" y="0"/>
                </a:lnTo>
                <a:lnTo>
                  <a:pt x="757056" y="126654"/>
                </a:lnTo>
                <a:lnTo>
                  <a:pt x="0" y="12665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2" name="任意多边形 31"/>
          <p:cNvSpPr/>
          <p:nvPr>
            <p:custDataLst>
              <p:tags r:id="rId22"/>
            </p:custDataLst>
          </p:nvPr>
        </p:nvSpPr>
        <p:spPr>
          <a:xfrm>
            <a:off x="6923521" y="2025654"/>
            <a:ext cx="221646" cy="727812"/>
          </a:xfrm>
          <a:custGeom>
            <a:avLst/>
            <a:gdLst>
              <a:gd name="connisteX0" fmla="*/ 0 w 209550"/>
              <a:gd name="connsiteY0" fmla="*/ 0 h 687705"/>
              <a:gd name="connisteX1" fmla="*/ 209550 w 209550"/>
              <a:gd name="connsiteY1" fmla="*/ 211455 h 687705"/>
              <a:gd name="connisteX2" fmla="*/ 203835 w 209550"/>
              <a:gd name="connsiteY2" fmla="*/ 687705 h 6877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09550" h="687705">
                <a:moveTo>
                  <a:pt x="0" y="0"/>
                </a:moveTo>
                <a:lnTo>
                  <a:pt x="209550" y="211455"/>
                </a:lnTo>
                <a:lnTo>
                  <a:pt x="203835" y="687705"/>
                </a:lnTo>
              </a:path>
            </a:pathLst>
          </a:custGeom>
          <a:noFill/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 32"/>
          <p:cNvSpPr/>
          <p:nvPr>
            <p:custDataLst>
              <p:tags r:id="rId23"/>
            </p:custDataLst>
          </p:nvPr>
        </p:nvSpPr>
        <p:spPr>
          <a:xfrm>
            <a:off x="5029050" y="2906522"/>
            <a:ext cx="219741" cy="1197778"/>
          </a:xfrm>
          <a:custGeom>
            <a:avLst/>
            <a:gdLst>
              <a:gd name="connisteX0" fmla="*/ 207645 w 207645"/>
              <a:gd name="connsiteY0" fmla="*/ 1131570 h 1131570"/>
              <a:gd name="connisteX1" fmla="*/ 3810 w 207645"/>
              <a:gd name="connsiteY1" fmla="*/ 927735 h 1131570"/>
              <a:gd name="connisteX2" fmla="*/ 0 w 207645"/>
              <a:gd name="connsiteY2" fmla="*/ 0 h 11315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07645" h="1131570">
                <a:moveTo>
                  <a:pt x="207645" y="1131570"/>
                </a:moveTo>
                <a:lnTo>
                  <a:pt x="3810" y="927735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36" name="图片 35" descr="E:/设计图片素材/7965609_带键盘的机器人手.jpg7965609_带键盘的机器人手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rcRect t="7333" b="7333"/>
          <a:stretch>
            <a:fillRect/>
          </a:stretch>
        </p:blipFill>
        <p:spPr>
          <a:xfrm>
            <a:off x="8545539" y="2042166"/>
            <a:ext cx="1982114" cy="201894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38" h="6862">
                <a:moveTo>
                  <a:pt x="0" y="0"/>
                </a:moveTo>
                <a:lnTo>
                  <a:pt x="5982" y="0"/>
                </a:lnTo>
                <a:lnTo>
                  <a:pt x="6738" y="756"/>
                </a:lnTo>
                <a:lnTo>
                  <a:pt x="6738" y="6862"/>
                </a:lnTo>
                <a:lnTo>
                  <a:pt x="756" y="6862"/>
                </a:lnTo>
                <a:lnTo>
                  <a:pt x="0" y="61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6350">
            <a:solidFill>
              <a:schemeClr val="accent3"/>
            </a:solidFill>
          </a:ln>
        </p:spPr>
      </p:pic>
      <p:sp>
        <p:nvSpPr>
          <p:cNvPr id="37" name="任意多边形 36"/>
          <p:cNvSpPr/>
          <p:nvPr>
            <p:custDataLst>
              <p:tags r:id="rId26"/>
            </p:custDataLst>
          </p:nvPr>
        </p:nvSpPr>
        <p:spPr>
          <a:xfrm rot="16200000">
            <a:off x="10198677" y="3643226"/>
            <a:ext cx="838318" cy="3810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30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3" y="97"/>
                </a:moveTo>
                <a:lnTo>
                  <a:pt x="157" y="0"/>
                </a:lnTo>
                <a:lnTo>
                  <a:pt x="234" y="0"/>
                </a:lnTo>
                <a:lnTo>
                  <a:pt x="210" y="97"/>
                </a:lnTo>
                <a:lnTo>
                  <a:pt x="133" y="97"/>
                </a:lnTo>
                <a:close/>
                <a:moveTo>
                  <a:pt x="266" y="97"/>
                </a:moveTo>
                <a:lnTo>
                  <a:pt x="290" y="0"/>
                </a:lnTo>
                <a:lnTo>
                  <a:pt x="367" y="0"/>
                </a:lnTo>
                <a:lnTo>
                  <a:pt x="343" y="97"/>
                </a:lnTo>
                <a:lnTo>
                  <a:pt x="266" y="97"/>
                </a:lnTo>
                <a:close/>
                <a:moveTo>
                  <a:pt x="399" y="97"/>
                </a:moveTo>
                <a:lnTo>
                  <a:pt x="423" y="0"/>
                </a:lnTo>
                <a:lnTo>
                  <a:pt x="500" y="0"/>
                </a:lnTo>
                <a:lnTo>
                  <a:pt x="476" y="97"/>
                </a:lnTo>
                <a:lnTo>
                  <a:pt x="399" y="97"/>
                </a:lnTo>
                <a:close/>
                <a:moveTo>
                  <a:pt x="532" y="97"/>
                </a:moveTo>
                <a:lnTo>
                  <a:pt x="556" y="0"/>
                </a:lnTo>
                <a:lnTo>
                  <a:pt x="633" y="0"/>
                </a:lnTo>
                <a:lnTo>
                  <a:pt x="609" y="97"/>
                </a:lnTo>
                <a:lnTo>
                  <a:pt x="532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9" y="97"/>
                </a:moveTo>
                <a:lnTo>
                  <a:pt x="1353" y="0"/>
                </a:lnTo>
                <a:lnTo>
                  <a:pt x="1430" y="0"/>
                </a:lnTo>
                <a:lnTo>
                  <a:pt x="1406" y="97"/>
                </a:lnTo>
                <a:lnTo>
                  <a:pt x="1329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rgbClr val="65B4D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8" name="任意多边形 37"/>
          <p:cNvSpPr/>
          <p:nvPr>
            <p:custDataLst>
              <p:tags r:id="rId27"/>
            </p:custDataLst>
          </p:nvPr>
        </p:nvSpPr>
        <p:spPr>
          <a:xfrm rot="16200000">
            <a:off x="8118124" y="2369237"/>
            <a:ext cx="724002" cy="38105"/>
          </a:xfrm>
          <a:custGeom>
            <a:avLst/>
            <a:gdLst>
              <a:gd name="adj" fmla="val 25000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1429" h="97">
                <a:moveTo>
                  <a:pt x="0" y="97"/>
                </a:moveTo>
                <a:lnTo>
                  <a:pt x="24" y="0"/>
                </a:lnTo>
                <a:lnTo>
                  <a:pt x="101" y="0"/>
                </a:lnTo>
                <a:lnTo>
                  <a:pt x="77" y="97"/>
                </a:lnTo>
                <a:lnTo>
                  <a:pt x="0" y="97"/>
                </a:lnTo>
                <a:close/>
                <a:moveTo>
                  <a:pt x="132" y="97"/>
                </a:moveTo>
                <a:lnTo>
                  <a:pt x="156" y="0"/>
                </a:lnTo>
                <a:lnTo>
                  <a:pt x="233" y="0"/>
                </a:lnTo>
                <a:lnTo>
                  <a:pt x="209" y="97"/>
                </a:lnTo>
                <a:lnTo>
                  <a:pt x="132" y="97"/>
                </a:lnTo>
                <a:close/>
                <a:moveTo>
                  <a:pt x="265" y="97"/>
                </a:moveTo>
                <a:lnTo>
                  <a:pt x="289" y="0"/>
                </a:lnTo>
                <a:lnTo>
                  <a:pt x="366" y="0"/>
                </a:lnTo>
                <a:lnTo>
                  <a:pt x="342" y="97"/>
                </a:lnTo>
                <a:lnTo>
                  <a:pt x="265" y="97"/>
                </a:lnTo>
                <a:close/>
                <a:moveTo>
                  <a:pt x="398" y="97"/>
                </a:moveTo>
                <a:lnTo>
                  <a:pt x="422" y="0"/>
                </a:lnTo>
                <a:lnTo>
                  <a:pt x="499" y="0"/>
                </a:lnTo>
                <a:lnTo>
                  <a:pt x="475" y="97"/>
                </a:lnTo>
                <a:lnTo>
                  <a:pt x="398" y="97"/>
                </a:lnTo>
                <a:close/>
                <a:moveTo>
                  <a:pt x="531" y="97"/>
                </a:moveTo>
                <a:lnTo>
                  <a:pt x="555" y="0"/>
                </a:lnTo>
                <a:lnTo>
                  <a:pt x="632" y="0"/>
                </a:lnTo>
                <a:lnTo>
                  <a:pt x="608" y="97"/>
                </a:lnTo>
                <a:lnTo>
                  <a:pt x="531" y="97"/>
                </a:lnTo>
                <a:close/>
                <a:moveTo>
                  <a:pt x="664" y="97"/>
                </a:moveTo>
                <a:lnTo>
                  <a:pt x="688" y="0"/>
                </a:lnTo>
                <a:lnTo>
                  <a:pt x="765" y="0"/>
                </a:lnTo>
                <a:lnTo>
                  <a:pt x="741" y="97"/>
                </a:lnTo>
                <a:lnTo>
                  <a:pt x="664" y="97"/>
                </a:lnTo>
                <a:close/>
                <a:moveTo>
                  <a:pt x="797" y="97"/>
                </a:moveTo>
                <a:lnTo>
                  <a:pt x="821" y="0"/>
                </a:lnTo>
                <a:lnTo>
                  <a:pt x="898" y="0"/>
                </a:lnTo>
                <a:lnTo>
                  <a:pt x="874" y="97"/>
                </a:lnTo>
                <a:lnTo>
                  <a:pt x="797" y="97"/>
                </a:lnTo>
                <a:close/>
                <a:moveTo>
                  <a:pt x="930" y="97"/>
                </a:moveTo>
                <a:lnTo>
                  <a:pt x="954" y="0"/>
                </a:lnTo>
                <a:lnTo>
                  <a:pt x="1031" y="0"/>
                </a:lnTo>
                <a:lnTo>
                  <a:pt x="1007" y="97"/>
                </a:lnTo>
                <a:lnTo>
                  <a:pt x="930" y="97"/>
                </a:lnTo>
                <a:close/>
                <a:moveTo>
                  <a:pt x="1063" y="97"/>
                </a:moveTo>
                <a:lnTo>
                  <a:pt x="1087" y="0"/>
                </a:lnTo>
                <a:lnTo>
                  <a:pt x="1164" y="0"/>
                </a:lnTo>
                <a:lnTo>
                  <a:pt x="1140" y="97"/>
                </a:lnTo>
                <a:lnTo>
                  <a:pt x="1063" y="97"/>
                </a:lnTo>
                <a:close/>
                <a:moveTo>
                  <a:pt x="1196" y="97"/>
                </a:moveTo>
                <a:lnTo>
                  <a:pt x="1220" y="0"/>
                </a:lnTo>
                <a:lnTo>
                  <a:pt x="1297" y="0"/>
                </a:lnTo>
                <a:lnTo>
                  <a:pt x="1273" y="97"/>
                </a:lnTo>
                <a:lnTo>
                  <a:pt x="1196" y="97"/>
                </a:lnTo>
                <a:close/>
                <a:moveTo>
                  <a:pt x="1328" y="97"/>
                </a:moveTo>
                <a:lnTo>
                  <a:pt x="1352" y="0"/>
                </a:lnTo>
                <a:lnTo>
                  <a:pt x="1429" y="0"/>
                </a:lnTo>
                <a:lnTo>
                  <a:pt x="1405" y="97"/>
                </a:lnTo>
                <a:lnTo>
                  <a:pt x="1328" y="97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66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127000" algn="ctr" rotWithShape="0">
              <a:srgbClr val="65B4D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9" name="任意多边形: 形状 184"/>
          <p:cNvSpPr/>
          <p:nvPr>
            <p:custDataLst>
              <p:tags r:id="rId28"/>
            </p:custDataLst>
          </p:nvPr>
        </p:nvSpPr>
        <p:spPr>
          <a:xfrm flipH="1">
            <a:off x="8539824" y="1999615"/>
            <a:ext cx="450278" cy="38105"/>
          </a:xfrm>
          <a:custGeom>
            <a:avLst/>
            <a:gdLst>
              <a:gd name="connsiteX0" fmla="*/ 0 w 757056"/>
              <a:gd name="connsiteY0" fmla="*/ 0 h 126654"/>
              <a:gd name="connsiteX1" fmla="*/ 696817 w 757056"/>
              <a:gd name="connsiteY1" fmla="*/ 0 h 126654"/>
              <a:gd name="connsiteX2" fmla="*/ 757056 w 757056"/>
              <a:gd name="connsiteY2" fmla="*/ 126654 h 126654"/>
              <a:gd name="connsiteX3" fmla="*/ 0 w 757056"/>
              <a:gd name="connsiteY3" fmla="*/ 126654 h 12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056" h="126654">
                <a:moveTo>
                  <a:pt x="0" y="0"/>
                </a:moveTo>
                <a:lnTo>
                  <a:pt x="696817" y="0"/>
                </a:lnTo>
                <a:lnTo>
                  <a:pt x="757056" y="126654"/>
                </a:lnTo>
                <a:lnTo>
                  <a:pt x="0" y="12665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任意多边形: 形状 184"/>
          <p:cNvSpPr/>
          <p:nvPr>
            <p:custDataLst>
              <p:tags r:id="rId29"/>
            </p:custDataLst>
          </p:nvPr>
        </p:nvSpPr>
        <p:spPr>
          <a:xfrm flipH="1" flipV="1">
            <a:off x="10084996" y="4064925"/>
            <a:ext cx="450278" cy="38105"/>
          </a:xfrm>
          <a:custGeom>
            <a:avLst/>
            <a:gdLst>
              <a:gd name="connsiteX0" fmla="*/ 0 w 757056"/>
              <a:gd name="connsiteY0" fmla="*/ 0 h 126654"/>
              <a:gd name="connsiteX1" fmla="*/ 696817 w 757056"/>
              <a:gd name="connsiteY1" fmla="*/ 0 h 126654"/>
              <a:gd name="connsiteX2" fmla="*/ 757056 w 757056"/>
              <a:gd name="connsiteY2" fmla="*/ 126654 h 126654"/>
              <a:gd name="connsiteX3" fmla="*/ 0 w 757056"/>
              <a:gd name="connsiteY3" fmla="*/ 126654 h 12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056" h="126654">
                <a:moveTo>
                  <a:pt x="0" y="0"/>
                </a:moveTo>
                <a:lnTo>
                  <a:pt x="696817" y="0"/>
                </a:lnTo>
                <a:lnTo>
                  <a:pt x="757056" y="126654"/>
                </a:lnTo>
                <a:lnTo>
                  <a:pt x="0" y="12665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任意多边形 40"/>
          <p:cNvSpPr/>
          <p:nvPr>
            <p:custDataLst>
              <p:tags r:id="rId30"/>
            </p:custDataLst>
          </p:nvPr>
        </p:nvSpPr>
        <p:spPr>
          <a:xfrm>
            <a:off x="10377772" y="2025654"/>
            <a:ext cx="221646" cy="727812"/>
          </a:xfrm>
          <a:custGeom>
            <a:avLst/>
            <a:gdLst>
              <a:gd name="connisteX0" fmla="*/ 0 w 209550"/>
              <a:gd name="connsiteY0" fmla="*/ 0 h 687705"/>
              <a:gd name="connisteX1" fmla="*/ 209550 w 209550"/>
              <a:gd name="connsiteY1" fmla="*/ 211455 h 687705"/>
              <a:gd name="connisteX2" fmla="*/ 203835 w 209550"/>
              <a:gd name="connsiteY2" fmla="*/ 687705 h 6877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09550" h="687705">
                <a:moveTo>
                  <a:pt x="0" y="0"/>
                </a:moveTo>
                <a:lnTo>
                  <a:pt x="209550" y="211455"/>
                </a:lnTo>
                <a:lnTo>
                  <a:pt x="203835" y="687705"/>
                </a:lnTo>
              </a:path>
            </a:pathLst>
          </a:custGeom>
          <a:noFill/>
          <a:ln w="158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8" name="任意多边形 57"/>
          <p:cNvSpPr/>
          <p:nvPr>
            <p:custDataLst>
              <p:tags r:id="rId31"/>
            </p:custDataLst>
          </p:nvPr>
        </p:nvSpPr>
        <p:spPr>
          <a:xfrm>
            <a:off x="8483301" y="2906522"/>
            <a:ext cx="219741" cy="1197778"/>
          </a:xfrm>
          <a:custGeom>
            <a:avLst/>
            <a:gdLst>
              <a:gd name="connisteX0" fmla="*/ 207645 w 207645"/>
              <a:gd name="connsiteY0" fmla="*/ 1131570 h 1131570"/>
              <a:gd name="connisteX1" fmla="*/ 3810 w 207645"/>
              <a:gd name="connsiteY1" fmla="*/ 927735 h 1131570"/>
              <a:gd name="connisteX2" fmla="*/ 0 w 207645"/>
              <a:gd name="connsiteY2" fmla="*/ 0 h 11315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07645" h="1131570">
                <a:moveTo>
                  <a:pt x="207645" y="1131570"/>
                </a:moveTo>
                <a:lnTo>
                  <a:pt x="3810" y="927735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2" name="直接连接符 5"/>
          <p:cNvCxnSpPr/>
          <p:nvPr>
            <p:custDataLst>
              <p:tags r:id="rId32"/>
            </p:custDataLst>
          </p:nvPr>
        </p:nvCxnSpPr>
        <p:spPr>
          <a:xfrm>
            <a:off x="1408406" y="4824492"/>
            <a:ext cx="2462241" cy="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70000"/>
                  </a:schemeClr>
                </a:gs>
                <a:gs pos="91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33"/>
            </p:custDataLst>
          </p:nvPr>
        </p:nvCxnSpPr>
        <p:spPr>
          <a:xfrm>
            <a:off x="4863292" y="4824492"/>
            <a:ext cx="2462241" cy="0"/>
          </a:xfrm>
          <a:prstGeom prst="line">
            <a:avLst/>
          </a:prstGeom>
          <a:ln w="12700">
            <a:gradFill>
              <a:gsLst>
                <a:gs pos="0">
                  <a:schemeClr val="accent2">
                    <a:alpha val="70000"/>
                  </a:schemeClr>
                </a:gs>
                <a:gs pos="91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34"/>
            </p:custDataLst>
          </p:nvPr>
        </p:nvCxnSpPr>
        <p:spPr>
          <a:xfrm>
            <a:off x="8318177" y="4824492"/>
            <a:ext cx="2462241" cy="0"/>
          </a:xfrm>
          <a:prstGeom prst="line">
            <a:avLst/>
          </a:prstGeom>
          <a:ln w="12700">
            <a:gradFill>
              <a:gsLst>
                <a:gs pos="0">
                  <a:schemeClr val="accent3">
                    <a:alpha val="70000"/>
                  </a:schemeClr>
                </a:gs>
                <a:gs pos="91000">
                  <a:schemeClr val="accent3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Up Arrow 5"/>
          <p:cNvSpPr/>
          <p:nvPr/>
        </p:nvSpPr>
        <p:spPr>
          <a:xfrm>
            <a:off x="5815330" y="1362710"/>
            <a:ext cx="556895" cy="460375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Up Arrow 7"/>
          <p:cNvSpPr/>
          <p:nvPr/>
        </p:nvSpPr>
        <p:spPr>
          <a:xfrm rot="3720000">
            <a:off x="2360930" y="1362710"/>
            <a:ext cx="556895" cy="46037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Up Arrow 12"/>
          <p:cNvSpPr/>
          <p:nvPr/>
        </p:nvSpPr>
        <p:spPr>
          <a:xfrm rot="18120000">
            <a:off x="9274175" y="1362710"/>
            <a:ext cx="556895" cy="460375"/>
          </a:xfrm>
          <a:prstGeom prst="upArrow">
            <a:avLst/>
          </a:prstGeom>
          <a:solidFill>
            <a:schemeClr val="accent3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35">
            <a:alphaModFix amt="38000"/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3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2" grpId="0"/>
      <p:bldP spid="14" grpId="0" animBg="1"/>
      <p:bldP spid="4" grpId="0" animBg="1"/>
      <p:bldP spid="57" grpId="0" animBg="1"/>
      <p:bldP spid="60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8" grpId="0" animBg="1"/>
      <p:bldP spid="6" grpId="0" animBg="1"/>
      <p:bldP spid="8" grpId="0" animBg="1"/>
      <p:bldP spid="13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>
          <a:xfrm>
            <a:off x="7498715" y="3530600"/>
            <a:ext cx="3677285" cy="1524000"/>
          </a:xfrm>
        </p:spPr>
        <p:txBody>
          <a:bodyPr>
            <a:normAutofit/>
          </a:bodyPr>
          <a:p>
            <a:pPr algn="r"/>
            <a:r>
              <a:rPr lang="zh-CN" altLang="en-US" b="1"/>
              <a:t>第一</a:t>
            </a:r>
            <a:r>
              <a:rPr lang="zh-CN" altLang="en-US" b="1"/>
              <a:t>阶段方案</a:t>
            </a:r>
            <a:r>
              <a:rPr lang="zh-CN" altLang="en-US" b="1"/>
              <a:t>设计</a:t>
            </a:r>
            <a:endParaRPr lang="zh-CN" altLang="en-US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4575" y="19685"/>
            <a:ext cx="3495675" cy="5118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1495"/>
            <a:ext cx="10972800" cy="609600"/>
          </a:xfrm>
        </p:spPr>
        <p:txBody>
          <a:bodyPr>
            <a:normAutofit/>
          </a:bodyPr>
          <a:p>
            <a:pPr algn="ctr">
              <a:lnSpc>
                <a:spcPct val="101000"/>
              </a:lnSpc>
            </a:pP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阶段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altLang="zh-CN" sz="3555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康行楷体 W5" panose="03000509000000000000" charset="-122"/>
                <a:ea typeface="华康行楷体 W5" panose="03000509000000000000" charset="-122"/>
                <a:sym typeface="华康行楷体 W5" panose="03000509000000000000" charset="-122"/>
              </a:rPr>
              <a:t>: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主要目标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装饰  4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成功的企业家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0340" b="26232"/>
          <a:stretch>
            <a:fillRect/>
          </a:stretch>
        </p:blipFill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解决企业核心痛点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实现从充电服务供应商与广告推送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合作商向综合出行服务平台的初步转型。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装饰  8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视频通话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-3030" t="8775" r="-3030" b="15066"/>
          <a:stretch>
            <a:fillRect/>
          </a:stretch>
        </p:blipFill>
        <p:spPr>
          <a:xfrm>
            <a:off x="62484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bg1">
                    <a:lumMod val="95000"/>
                  </a:schemeClr>
                </a:solidFill>
              </a:rPr>
              <a:t>构建AI服务能力</a:t>
            </a:r>
            <a:endParaRPr lang="zh-CN" altLang="en-US" b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打造座联互动客服AI员工，通过调用外部API接口为用户提供实际出行服务（如携程、美团等平台功能），形成自有服务能力，提升产品核心价值。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12">
            <a:alphaModFix amt="3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5" grpId="0" build="p"/>
      <p:bldP spid="6" grpId="0" build="p"/>
      <p:bldP spid="7" grpId="0" animBg="1" uiExpand="1" build="p"/>
      <p:bldP spid="9" grpId="0" build="p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六边形 17"/>
          <p:cNvSpPr/>
          <p:nvPr>
            <p:custDataLst>
              <p:tags r:id="rId1"/>
            </p:custDataLst>
          </p:nvPr>
        </p:nvSpPr>
        <p:spPr>
          <a:xfrm rot="5400000">
            <a:off x="4886960" y="1386840"/>
            <a:ext cx="2418080" cy="2093595"/>
          </a:xfrm>
          <a:prstGeom prst="hexagon">
            <a:avLst>
              <a:gd name="adj" fmla="val 28868"/>
              <a:gd name="vf" fmla="val 115470"/>
            </a:avLst>
          </a:prstGeom>
          <a:noFill/>
          <a:ln w="15240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/>
          <p:cNvSpPr/>
          <p:nvPr>
            <p:custDataLst>
              <p:tags r:id="rId2"/>
            </p:custDataLst>
          </p:nvPr>
        </p:nvSpPr>
        <p:spPr>
          <a:xfrm rot="5400000">
            <a:off x="3672840" y="3486785"/>
            <a:ext cx="2418080" cy="2093595"/>
          </a:xfrm>
          <a:prstGeom prst="hexagon">
            <a:avLst>
              <a:gd name="adj" fmla="val 28868"/>
              <a:gd name="vf" fmla="val 115470"/>
            </a:avLst>
          </a:prstGeom>
          <a:noFill/>
          <a:ln w="152400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/>
          <p:cNvSpPr/>
          <p:nvPr>
            <p:custDataLst>
              <p:tags r:id="rId3"/>
            </p:custDataLst>
          </p:nvPr>
        </p:nvSpPr>
        <p:spPr>
          <a:xfrm rot="5400000">
            <a:off x="6101080" y="3486785"/>
            <a:ext cx="2418080" cy="2093595"/>
          </a:xfrm>
          <a:prstGeom prst="hexagon">
            <a:avLst>
              <a:gd name="adj" fmla="val 28868"/>
              <a:gd name="vf" fmla="val 115470"/>
            </a:avLst>
          </a:prstGeom>
          <a:noFill/>
          <a:ln w="152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3" descr="数据库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5786755" y="2064385"/>
            <a:ext cx="618490" cy="618490"/>
          </a:xfrm>
          <a:prstGeom prst="rect">
            <a:avLst/>
          </a:prstGeom>
        </p:spPr>
      </p:pic>
      <p:pic>
        <p:nvPicPr>
          <p:cNvPr id="11" name="图片 4" descr="耳机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6993890" y="4251960"/>
            <a:ext cx="632460" cy="632460"/>
          </a:xfrm>
          <a:prstGeom prst="rect">
            <a:avLst/>
          </a:prstGeom>
        </p:spPr>
      </p:pic>
      <p:pic>
        <p:nvPicPr>
          <p:cNvPr id="10" name="图片 7" descr="小程序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4566285" y="4252595"/>
            <a:ext cx="631825" cy="631825"/>
          </a:xfrm>
          <a:prstGeom prst="rect">
            <a:avLst/>
          </a:prstGeom>
        </p:spPr>
      </p:pic>
      <p:sp>
        <p:nvSpPr>
          <p:cNvPr id="7" name="正文"/>
          <p:cNvSpPr txBox="1"/>
          <p:nvPr>
            <p:custDataLst>
              <p:tags r:id="rId13"/>
            </p:custDataLst>
          </p:nvPr>
        </p:nvSpPr>
        <p:spPr>
          <a:xfrm>
            <a:off x="516255" y="3184525"/>
            <a:ext cx="2875915" cy="11366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用户扫描硬件二维码后跳转至微信小程序，作为主要服务入口，依托手机便携性优势，打破硬件固定性限制，支持用户随时随地使用服务。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n-ea"/>
              <a:sym typeface="+mn-ea"/>
            </a:endParaRPr>
          </a:p>
        </p:txBody>
      </p:sp>
      <p:sp>
        <p:nvSpPr>
          <p:cNvPr id="8" name="标题"/>
          <p:cNvSpPr txBox="1"/>
          <p:nvPr>
            <p:custDataLst>
              <p:tags r:id="rId14"/>
            </p:custDataLst>
          </p:nvPr>
        </p:nvSpPr>
        <p:spPr>
          <a:xfrm>
            <a:off x="516255" y="2682875"/>
            <a:ext cx="3452495" cy="2673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uFillTx/>
                <a:latin typeface="+mn-ea"/>
                <a:sym typeface="+mn-ea"/>
              </a:rPr>
              <a:t>前端入口：微信小程序</a:t>
            </a:r>
            <a:endParaRPr lang="zh-CN" altLang="en-US" sz="2000" b="1" dirty="0">
              <a:solidFill>
                <a:schemeClr val="accent1"/>
              </a:solidFill>
              <a:uFillTx/>
              <a:latin typeface="+mn-ea"/>
              <a:sym typeface="+mn-ea"/>
            </a:endParaRPr>
          </a:p>
        </p:txBody>
      </p:sp>
      <p:sp>
        <p:nvSpPr>
          <p:cNvPr id="12" name="正文"/>
          <p:cNvSpPr txBox="1"/>
          <p:nvPr>
            <p:custDataLst>
              <p:tags r:id="rId15"/>
            </p:custDataLst>
          </p:nvPr>
        </p:nvSpPr>
        <p:spPr>
          <a:xfrm>
            <a:off x="8223250" y="1939290"/>
            <a:ext cx="3140710" cy="11366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客服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AI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员工调用携程等第三方平台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API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接口，实现出行信息搜索、攻略生成、酒店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/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景点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/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餐饮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/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出行预订等功能，为用户提供一站式服务。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n-ea"/>
              <a:sym typeface="+mn-ea"/>
            </a:endParaRPr>
          </a:p>
        </p:txBody>
      </p:sp>
      <p:sp>
        <p:nvSpPr>
          <p:cNvPr id="13" name="标题"/>
          <p:cNvSpPr txBox="1"/>
          <p:nvPr>
            <p:custDataLst>
              <p:tags r:id="rId16"/>
            </p:custDataLst>
          </p:nvPr>
        </p:nvSpPr>
        <p:spPr>
          <a:xfrm>
            <a:off x="7810500" y="1613217"/>
            <a:ext cx="5184140" cy="2673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chemeClr val="accent2"/>
                </a:solidFill>
                <a:uFillTx/>
                <a:latin typeface="+mn-ea"/>
                <a:sym typeface="+mn-ea"/>
              </a:rPr>
              <a:t>后端能力：</a:t>
            </a:r>
            <a:r>
              <a:rPr lang="en-US" altLang="zh-CN" sz="2000" b="1" dirty="0">
                <a:solidFill>
                  <a:schemeClr val="accent2"/>
                </a:solidFill>
                <a:uFillTx/>
                <a:latin typeface="+mn-ea"/>
                <a:sym typeface="+mn-ea"/>
              </a:rPr>
              <a:t>API</a:t>
            </a:r>
            <a:r>
              <a:rPr lang="zh-CN" altLang="en-US" sz="2000" b="1" dirty="0">
                <a:solidFill>
                  <a:schemeClr val="accent2"/>
                </a:solidFill>
                <a:uFillTx/>
                <a:latin typeface="+mn-ea"/>
                <a:sym typeface="+mn-ea"/>
              </a:rPr>
              <a:t>接口整合</a:t>
            </a:r>
            <a:endParaRPr lang="zh-CN" altLang="en-US" sz="2000" b="1" dirty="0">
              <a:solidFill>
                <a:schemeClr val="accent2"/>
              </a:solidFill>
              <a:uFillTx/>
              <a:latin typeface="+mn-ea"/>
              <a:sym typeface="+mn-ea"/>
            </a:endParaRPr>
          </a:p>
        </p:txBody>
      </p:sp>
      <p:sp>
        <p:nvSpPr>
          <p:cNvPr id="14" name="正文"/>
          <p:cNvSpPr txBox="1"/>
          <p:nvPr>
            <p:custDataLst>
              <p:tags r:id="rId17"/>
            </p:custDataLst>
          </p:nvPr>
        </p:nvSpPr>
        <p:spPr>
          <a:xfrm>
            <a:off x="8853170" y="4415790"/>
            <a:ext cx="2597785" cy="11366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lvl="0" indent="0" algn="just" fontAlgn="auto">
              <a:lnSpc>
                <a:spcPct val="130000"/>
              </a:lnSpc>
              <a:buClrTx/>
              <a:buSzTx/>
              <a:buFontTx/>
            </a:pP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后台通过硬件扫码获取用户出行信息及坐标，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AI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基于数据主动在小程序聊天窗开启对话，推送个性化服务方案，形成“需求识别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-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服务匹配</a:t>
            </a:r>
            <a:r>
              <a:rPr lang="en-US" altLang="zh-CN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-</a:t>
            </a:r>
            <a:r>
              <a:rPr lang="zh-CN" alt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+mn-ea"/>
                <a:sym typeface="+mn-ea"/>
              </a:rPr>
              <a:t>主动触达”闭环。</a:t>
            </a:r>
            <a:endParaRPr lang="zh-CN" altLang="en-US" sz="1600" kern="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+mn-ea"/>
              <a:sym typeface="+mn-ea"/>
            </a:endParaRPr>
          </a:p>
        </p:txBody>
      </p:sp>
      <p:sp>
        <p:nvSpPr>
          <p:cNvPr id="15" name="标题"/>
          <p:cNvSpPr txBox="1"/>
          <p:nvPr>
            <p:custDataLst>
              <p:tags r:id="rId18"/>
            </p:custDataLst>
          </p:nvPr>
        </p:nvSpPr>
        <p:spPr>
          <a:xfrm>
            <a:off x="8520430" y="3984625"/>
            <a:ext cx="3764280" cy="2673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chemeClr val="accent3"/>
                </a:solidFill>
                <a:uFillTx/>
                <a:latin typeface="+mn-ea"/>
                <a:sym typeface="+mn-ea"/>
              </a:rPr>
              <a:t>服务流程：信息获取与主动推送</a:t>
            </a:r>
            <a:endParaRPr lang="zh-CN" altLang="en-US" sz="2000" b="1" dirty="0">
              <a:solidFill>
                <a:schemeClr val="accent3"/>
              </a:solidFill>
              <a:uFillTx/>
              <a:latin typeface="+mn-ea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19">
            <a:alphaModFix amt="38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48480" y="19685"/>
            <a:ext cx="3495675" cy="5118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-439420" y="849630"/>
            <a:ext cx="4408805" cy="763270"/>
          </a:xfrm>
        </p:spPr>
        <p:txBody>
          <a:bodyPr>
            <a:noAutofit/>
          </a:bodyPr>
          <a:lstStyle/>
          <a:p>
            <a:pPr algn="ctr">
              <a:lnSpc>
                <a:spcPct val="101000"/>
              </a:lnSpc>
            </a:pPr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康行楷体 W5" panose="03000509000000000000" charset="-122"/>
                <a:ea typeface="华康行楷体 W5" panose="03000509000000000000" charset="-122"/>
                <a:sym typeface="华康行楷体 W5" panose="03000509000000000000" charset="-122"/>
              </a:rPr>
              <a:t>:</a:t>
            </a:r>
            <a:b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康行楷体 W5" panose="03000509000000000000" charset="-122"/>
                <a:ea typeface="华康行楷体 W5" panose="03000509000000000000" charset="-122"/>
                <a:sym typeface="华康行楷体 W5" panose="03000509000000000000" charset="-122"/>
              </a:rPr>
            </a:br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康行楷体 W5" panose="03000509000000000000" charset="-122"/>
                <a:ea typeface="华康行楷体 W5" panose="03000509000000000000" charset="-122"/>
                <a:sym typeface="华康行楷体 W5" panose="03000509000000000000" charset="-122"/>
              </a:rPr>
              <a:t>      </a:t>
            </a:r>
            <a:r>
              <a:rPr lang="zh-CN" altLang="en-US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实现方案</a:t>
            </a:r>
            <a:endParaRPr lang="zh-CN" altLang="en-US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7" grpId="0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>
            <p:custDataLst>
              <p:tags r:id="rId1"/>
            </p:custDataLst>
          </p:nvPr>
        </p:nvSpPr>
        <p:spPr>
          <a:xfrm>
            <a:off x="0" y="2129790"/>
            <a:ext cx="12191365" cy="362585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5790" y="1483995"/>
            <a:ext cx="2335530" cy="4774565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5" name="图片 24" descr="在线酒店预订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9753" t="-14" r="44471" b="14"/>
          <a:stretch>
            <a:fillRect/>
          </a:stretch>
        </p:blipFill>
        <p:spPr>
          <a:xfrm>
            <a:off x="690245" y="1578610"/>
            <a:ext cx="2146935" cy="4584700"/>
          </a:xfrm>
          <a:custGeom>
            <a:avLst/>
            <a:gdLst>
              <a:gd name="connsiteX0" fmla="*/ 840582 w 2238375"/>
              <a:gd name="connsiteY0" fmla="*/ 59648 h 4845600"/>
              <a:gd name="connsiteX1" fmla="*/ 737458 w 2238375"/>
              <a:gd name="connsiteY1" fmla="*/ 128003 h 4845600"/>
              <a:gd name="connsiteX2" fmla="*/ 728663 w 2238375"/>
              <a:gd name="connsiteY2" fmla="*/ 171567 h 4845600"/>
              <a:gd name="connsiteX3" fmla="*/ 737458 w 2238375"/>
              <a:gd name="connsiteY3" fmla="*/ 215130 h 4845600"/>
              <a:gd name="connsiteX4" fmla="*/ 840582 w 2238375"/>
              <a:gd name="connsiteY4" fmla="*/ 283485 h 4845600"/>
              <a:gd name="connsiteX5" fmla="*/ 1390649 w 2238375"/>
              <a:gd name="connsiteY5" fmla="*/ 283486 h 4845600"/>
              <a:gd name="connsiteX6" fmla="*/ 1502568 w 2238375"/>
              <a:gd name="connsiteY6" fmla="*/ 171567 h 4845600"/>
              <a:gd name="connsiteX7" fmla="*/ 1502569 w 2238375"/>
              <a:gd name="connsiteY7" fmla="*/ 171567 h 4845600"/>
              <a:gd name="connsiteX8" fmla="*/ 1390650 w 2238375"/>
              <a:gd name="connsiteY8" fmla="*/ 59648 h 4845600"/>
              <a:gd name="connsiteX9" fmla="*/ 265628 w 2238375"/>
              <a:gd name="connsiteY9" fmla="*/ 0 h 4845600"/>
              <a:gd name="connsiteX10" fmla="*/ 1972747 w 2238375"/>
              <a:gd name="connsiteY10" fmla="*/ 0 h 4845600"/>
              <a:gd name="connsiteX11" fmla="*/ 2238375 w 2238375"/>
              <a:gd name="connsiteY11" fmla="*/ 265628 h 4845600"/>
              <a:gd name="connsiteX12" fmla="*/ 2238375 w 2238375"/>
              <a:gd name="connsiteY12" fmla="*/ 4579972 h 4845600"/>
              <a:gd name="connsiteX13" fmla="*/ 1972747 w 2238375"/>
              <a:gd name="connsiteY13" fmla="*/ 4845600 h 4845600"/>
              <a:gd name="connsiteX14" fmla="*/ 265628 w 2238375"/>
              <a:gd name="connsiteY14" fmla="*/ 4845600 h 4845600"/>
              <a:gd name="connsiteX15" fmla="*/ 0 w 2238375"/>
              <a:gd name="connsiteY15" fmla="*/ 4579972 h 4845600"/>
              <a:gd name="connsiteX16" fmla="*/ 0 w 2238375"/>
              <a:gd name="connsiteY16" fmla="*/ 265628 h 4845600"/>
              <a:gd name="connsiteX17" fmla="*/ 265628 w 2238375"/>
              <a:gd name="connsiteY17" fmla="*/ 0 h 484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38375" h="4845600">
                <a:moveTo>
                  <a:pt x="840582" y="59648"/>
                </a:moveTo>
                <a:cubicBezTo>
                  <a:pt x="794224" y="59648"/>
                  <a:pt x="754449" y="87834"/>
                  <a:pt x="737458" y="128003"/>
                </a:cubicBezTo>
                <a:lnTo>
                  <a:pt x="728663" y="171567"/>
                </a:lnTo>
                <a:lnTo>
                  <a:pt x="737458" y="215130"/>
                </a:lnTo>
                <a:cubicBezTo>
                  <a:pt x="754449" y="255299"/>
                  <a:pt x="794224" y="283485"/>
                  <a:pt x="840582" y="283485"/>
                </a:cubicBezTo>
                <a:lnTo>
                  <a:pt x="1390649" y="283486"/>
                </a:lnTo>
                <a:cubicBezTo>
                  <a:pt x="1452460" y="283486"/>
                  <a:pt x="1502568" y="233378"/>
                  <a:pt x="1502568" y="171567"/>
                </a:cubicBezTo>
                <a:lnTo>
                  <a:pt x="1502569" y="171567"/>
                </a:lnTo>
                <a:cubicBezTo>
                  <a:pt x="1502569" y="109756"/>
                  <a:pt x="1452461" y="59648"/>
                  <a:pt x="1390650" y="59648"/>
                </a:cubicBezTo>
                <a:close/>
                <a:moveTo>
                  <a:pt x="265628" y="0"/>
                </a:moveTo>
                <a:lnTo>
                  <a:pt x="1972747" y="0"/>
                </a:lnTo>
                <a:cubicBezTo>
                  <a:pt x="2119449" y="0"/>
                  <a:pt x="2238375" y="118926"/>
                  <a:pt x="2238375" y="265628"/>
                </a:cubicBezTo>
                <a:lnTo>
                  <a:pt x="2238375" y="4579972"/>
                </a:lnTo>
                <a:cubicBezTo>
                  <a:pt x="2238375" y="4726674"/>
                  <a:pt x="2119449" y="4845600"/>
                  <a:pt x="1972747" y="4845600"/>
                </a:cubicBezTo>
                <a:lnTo>
                  <a:pt x="265628" y="4845600"/>
                </a:lnTo>
                <a:cubicBezTo>
                  <a:pt x="118926" y="4845600"/>
                  <a:pt x="0" y="4726674"/>
                  <a:pt x="0" y="4579972"/>
                </a:cubicBezTo>
                <a:lnTo>
                  <a:pt x="0" y="265628"/>
                </a:lnTo>
                <a:cubicBezTo>
                  <a:pt x="0" y="118926"/>
                  <a:pt x="118926" y="0"/>
                  <a:pt x="265628" y="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 w="12700" cap="flat" cmpd="sng" algn="ctr">
            <a:solidFill>
              <a:schemeClr val="accent1"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4510" y="888365"/>
            <a:ext cx="10972800" cy="609600"/>
          </a:xfrm>
        </p:spPr>
        <p:txBody>
          <a:bodyPr>
            <a:normAutofit/>
          </a:bodyPr>
          <a:lstStyle/>
          <a:p>
            <a:pPr algn="ctr">
              <a:lnSpc>
                <a:spcPct val="101000"/>
              </a:lnSpc>
            </a:pP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康行楷体 W5" panose="03000509000000000000" charset="-122"/>
                <a:ea typeface="华康行楷体 W5" panose="03000509000000000000" charset="-122"/>
                <a:sym typeface="华康行楷体 W5" panose="03000509000000000000" charset="-122"/>
              </a:rPr>
              <a:t>: 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案例场景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圆角矩形 2"/>
          <p:cNvSpPr/>
          <p:nvPr>
            <p:custDataLst>
              <p:tags r:id="rId7"/>
            </p:custDataLst>
          </p:nvPr>
        </p:nvSpPr>
        <p:spPr>
          <a:xfrm>
            <a:off x="4019179" y="2395149"/>
            <a:ext cx="870030" cy="87003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lt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3260249" y="4067198"/>
            <a:ext cx="2315500" cy="9677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</a:rPr>
              <a:t>用户扫描硬件二维码进行充电，系统同步获取出行信息与坐标，自动跳转至座联互动小程序，客服</a:t>
            </a:r>
            <a:r>
              <a:rPr lang="en-US" altLang="zh-CN" sz="1200">
                <a:solidFill>
                  <a:srgbClr val="FFFFFF"/>
                </a:solidFill>
                <a:latin typeface="+mn-ea"/>
                <a:cs typeface="+mn-ea"/>
              </a:rPr>
              <a:t>AI</a:t>
            </a: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</a:rPr>
              <a:t>启动服务流程。</a:t>
            </a:r>
            <a:endParaRPr lang="zh-CN" altLang="en-US" sz="12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5" name="矩形 4"/>
          <p:cNvSpPr/>
          <p:nvPr>
            <p:custDataLst>
              <p:tags r:id="rId9"/>
            </p:custDataLst>
          </p:nvPr>
        </p:nvSpPr>
        <p:spPr>
          <a:xfrm>
            <a:off x="3272314" y="3535574"/>
            <a:ext cx="2315500" cy="44722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bg1"/>
                </a:solidFill>
                <a:latin typeface="+mn-ea"/>
                <a:cs typeface="+mn-ea"/>
              </a:rPr>
              <a:t>场景触发</a:t>
            </a:r>
            <a:endParaRPr lang="zh-CN" altLang="en-US" sz="1600" b="1">
              <a:solidFill>
                <a:srgbClr val="FFFFFF"/>
              </a:solidFill>
              <a:latin typeface="+mn-ea"/>
              <a:cs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n-ea"/>
              </a:rPr>
              <a:t>充电即服务入口</a:t>
            </a:r>
            <a:endParaRPr lang="zh-CN" altLang="en-US" sz="16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6" name="圆角矩形 5"/>
          <p:cNvSpPr/>
          <p:nvPr>
            <p:custDataLst>
              <p:tags r:id="rId10"/>
            </p:custDataLst>
          </p:nvPr>
        </p:nvSpPr>
        <p:spPr>
          <a:xfrm>
            <a:off x="6995597" y="2395149"/>
            <a:ext cx="870030" cy="87003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lt1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11"/>
            </p:custDataLst>
          </p:nvPr>
        </p:nvSpPr>
        <p:spPr>
          <a:xfrm>
            <a:off x="6254446" y="4049418"/>
            <a:ext cx="2315500" cy="9677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客服</a:t>
            </a:r>
            <a:r>
              <a:rPr lang="en-US" altLang="zh-CN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调用携程等第三方平台</a:t>
            </a:r>
            <a:r>
              <a:rPr lang="en-US" altLang="zh-CN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API</a:t>
            </a: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搜索并整理目的地攻略，主动推送初步旅行方案；根据用户“</a:t>
            </a:r>
            <a:r>
              <a:rPr lang="en-US" altLang="zh-CN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5</a:t>
            </a: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天攻略”需求，进一步调用</a:t>
            </a:r>
            <a:r>
              <a:rPr lang="en-US" altLang="zh-CN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API</a:t>
            </a: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生成包含酒店、景点、餐饮、出行的完整方案及实时价格，并支持需求循环修改。</a:t>
            </a:r>
            <a:endParaRPr lang="zh-CN" altLang="en-US" sz="12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6260796" y="3535574"/>
            <a:ext cx="2315500" cy="44722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+mn-ea"/>
                <a:cs typeface="+mn-ea"/>
              </a:rPr>
              <a:t>攻略生成</a:t>
            </a:r>
            <a:endParaRPr lang="zh-CN" altLang="en-US" sz="2000" b="1">
              <a:solidFill>
                <a:srgbClr val="FFFFFF"/>
              </a:solidFill>
              <a:latin typeface="+mn-ea"/>
              <a:cs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solidFill>
                  <a:srgbClr val="FFFFFF"/>
                </a:solidFill>
                <a:latin typeface="+mn-ea"/>
                <a:cs typeface="+mn-ea"/>
              </a:rPr>
              <a:t>API</a:t>
            </a:r>
            <a:r>
              <a:rPr lang="zh-CN" altLang="en-US" sz="1600" b="1">
                <a:solidFill>
                  <a:srgbClr val="FFFFFF"/>
                </a:solidFill>
                <a:latin typeface="+mn-ea"/>
                <a:cs typeface="+mn-ea"/>
              </a:rPr>
              <a:t>调用与需求挖掘</a:t>
            </a:r>
            <a:endParaRPr lang="zh-CN" altLang="en-US" sz="16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13"/>
            </p:custDataLst>
          </p:nvPr>
        </p:nvSpPr>
        <p:spPr>
          <a:xfrm>
            <a:off x="9972014" y="2395149"/>
            <a:ext cx="870030" cy="870030"/>
          </a:xfrm>
          <a:prstGeom prst="roundRect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>
              <a:solidFill>
                <a:schemeClr val="lt1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9248644" y="4043068"/>
            <a:ext cx="2315500" cy="96771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用户确认方案后完成付款，客服</a:t>
            </a:r>
            <a:r>
              <a:rPr lang="en-US" altLang="zh-CN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通过携程</a:t>
            </a:r>
            <a:r>
              <a:rPr lang="en-US" altLang="zh-CN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API</a:t>
            </a:r>
            <a:r>
              <a:rPr lang="zh-CN" altLang="en-US" sz="120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实现酒店、景点等全部项目的自动预订，待平台确认后将最终确认函发送至用户联系方式，形成服务闭环。</a:t>
            </a:r>
            <a:endParaRPr lang="zh-CN" altLang="en-US" sz="120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>
          <a:xfrm>
            <a:off x="9249279" y="3535574"/>
            <a:ext cx="2315500" cy="44722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FFFF"/>
                </a:solidFill>
                <a:latin typeface="+mn-ea"/>
                <a:cs typeface="+mn-ea"/>
              </a:rPr>
              <a:t>预订闭环</a:t>
            </a:r>
            <a:endParaRPr lang="zh-CN" altLang="en-US" sz="2000" b="1">
              <a:solidFill>
                <a:srgbClr val="FFFFFF"/>
              </a:solidFill>
              <a:latin typeface="+mn-ea"/>
              <a:cs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+mn-ea"/>
                <a:cs typeface="+mn-ea"/>
              </a:rPr>
              <a:t>确认到支付全流程</a:t>
            </a:r>
            <a:endParaRPr lang="zh-CN" altLang="en-US" sz="160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14" name="图片 13" descr="网页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7160895" y="2566670"/>
            <a:ext cx="540385" cy="541655"/>
          </a:xfrm>
          <a:prstGeom prst="rect">
            <a:avLst/>
          </a:prstGeom>
          <a:effectLst/>
        </p:spPr>
      </p:pic>
      <p:pic>
        <p:nvPicPr>
          <p:cNvPr id="15" name="图片 14" descr="在线预定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10144125" y="2566670"/>
            <a:ext cx="525145" cy="525780"/>
          </a:xfrm>
          <a:prstGeom prst="rect">
            <a:avLst/>
          </a:prstGeom>
          <a:effectLst/>
        </p:spPr>
      </p:pic>
      <p:pic>
        <p:nvPicPr>
          <p:cNvPr id="16" name="图片 15" descr="充电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4192905" y="2566670"/>
            <a:ext cx="525145" cy="525780"/>
          </a:xfrm>
          <a:prstGeom prst="rect">
            <a:avLst/>
          </a:prstGeom>
          <a:effectLst/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25">
            <a:alphaModFix amt="38000"/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6415" y="651510"/>
            <a:ext cx="7581900" cy="763270"/>
          </a:xfrm>
        </p:spPr>
        <p:txBody>
          <a:bodyPr>
            <a:normAutofit fontScale="90000"/>
          </a:bodyPr>
          <a:lstStyle/>
          <a:p>
            <a:pPr lvl="0"/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康行楷体 W5" panose="03000509000000000000" charset="-122"/>
                <a:ea typeface="华康行楷体 W5" panose="03000509000000000000" charset="-122"/>
                <a:sym typeface="华康行楷体 W5" panose="03000509000000000000" charset="-122"/>
              </a:rPr>
              <a:t>:</a:t>
            </a:r>
            <a:b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	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合作商风险与应对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7458710" y="0"/>
            <a:ext cx="4733290" cy="6858000"/>
          </a:xfrm>
          <a:custGeom>
            <a:avLst/>
            <a:gdLst>
              <a:gd name="connsiteX0" fmla="*/ 2113883 w 3665219"/>
              <a:gd name="connsiteY0" fmla="*/ 0 h 4988147"/>
              <a:gd name="connsiteX1" fmla="*/ 3665220 w 3665219"/>
              <a:gd name="connsiteY1" fmla="*/ 0 h 4988147"/>
              <a:gd name="connsiteX2" fmla="*/ 3665220 w 3665219"/>
              <a:gd name="connsiteY2" fmla="*/ 4988148 h 4988147"/>
              <a:gd name="connsiteX3" fmla="*/ 0 w 3665219"/>
              <a:gd name="connsiteY3" fmla="*/ 4988148 h 4988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5219" h="4988147">
                <a:moveTo>
                  <a:pt x="2113883" y="0"/>
                </a:moveTo>
                <a:lnTo>
                  <a:pt x="3665220" y="0"/>
                </a:lnTo>
                <a:lnTo>
                  <a:pt x="3665220" y="4988148"/>
                </a:lnTo>
                <a:lnTo>
                  <a:pt x="0" y="498814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11" name="图片 10" descr="商业合作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1592" r="11592"/>
          <a:stretch>
            <a:fillRect/>
          </a:stretch>
        </p:blipFill>
        <p:spPr>
          <a:xfrm>
            <a:off x="6499033" y="1220358"/>
            <a:ext cx="5262653" cy="4835900"/>
          </a:xfrm>
          <a:prstGeom prst="cube">
            <a:avLst/>
          </a:prstGeom>
          <a:solidFill>
            <a:schemeClr val="accent1"/>
          </a:solidFill>
          <a:ln w="101600">
            <a:solidFill>
              <a:srgbClr val="FFFFFF"/>
            </a:solidFill>
          </a:ln>
          <a:effectLst>
            <a:outerShdw blurRad="1905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</p:pic>
      <p:sp>
        <p:nvSpPr>
          <p:cNvPr id="14" name="边界"/>
          <p:cNvSpPr/>
          <p:nvPr>
            <p:custDataLst>
              <p:tags r:id="rId5"/>
            </p:custDataLst>
          </p:nvPr>
        </p:nvSpPr>
        <p:spPr>
          <a:xfrm>
            <a:off x="599440" y="1666875"/>
            <a:ext cx="5183505" cy="4573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7" name="正文"/>
          <p:cNvSpPr txBox="1"/>
          <p:nvPr>
            <p:custDataLst>
              <p:tags r:id="rId6"/>
            </p:custDataLst>
          </p:nvPr>
        </p:nvSpPr>
        <p:spPr>
          <a:xfrm>
            <a:off x="1247457" y="2510790"/>
            <a:ext cx="4526915" cy="11639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现有合作商可能因合作模式转变，对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API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接口提供意愿降低，影响服务功能实现。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88" name="标题"/>
          <p:cNvSpPr txBox="1"/>
          <p:nvPr>
            <p:custDataLst>
              <p:tags r:id="rId7"/>
            </p:custDataLst>
          </p:nvPr>
        </p:nvSpPr>
        <p:spPr>
          <a:xfrm>
            <a:off x="1247457" y="2073910"/>
            <a:ext cx="4526280" cy="440690"/>
          </a:xfrm>
          <a:prstGeom prst="rect">
            <a:avLst/>
          </a:prstGeom>
          <a:noFill/>
        </p:spPr>
        <p:txBody>
          <a:bodyPr wrap="square" lIns="0" tIns="0" rIns="0" bIns="71755" rtlCol="0" anchor="b" anchorCtr="0">
            <a:noAutofit/>
          </a:bodyPr>
          <a:lstStyle/>
          <a:p>
            <a:pPr indent="0" algn="l" fontAlgn="auto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合作模式改变的风险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89" name="圆角矩形 8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08647" y="2146300"/>
            <a:ext cx="469265" cy="467995"/>
          </a:xfrm>
          <a:prstGeom prst="roundRect">
            <a:avLst>
              <a:gd name="adj" fmla="val 1036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2000" b="1">
              <a:solidFill>
                <a:srgbClr val="FFFFFF"/>
              </a:solidFill>
              <a:latin typeface="+mn-ea"/>
              <a:cs typeface="Microsoft YaHei" panose="020B0503020204020204" charset="-122"/>
              <a:sym typeface="+mn-ea"/>
            </a:endParaRPr>
          </a:p>
        </p:txBody>
      </p:sp>
      <p:pic>
        <p:nvPicPr>
          <p:cNvPr id="90" name="图片 89" descr="合作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717232" y="2254250"/>
            <a:ext cx="252095" cy="252095"/>
          </a:xfrm>
          <a:prstGeom prst="rect">
            <a:avLst/>
          </a:prstGeom>
        </p:spPr>
      </p:pic>
      <p:sp>
        <p:nvSpPr>
          <p:cNvPr id="44" name="正文"/>
          <p:cNvSpPr txBox="1"/>
          <p:nvPr>
            <p:custDataLst>
              <p:tags r:id="rId12"/>
            </p:custDataLst>
          </p:nvPr>
        </p:nvSpPr>
        <p:spPr>
          <a:xfrm>
            <a:off x="1247457" y="4770755"/>
            <a:ext cx="4526915" cy="11639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通过客服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AI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sym typeface="+mn-ea"/>
              </a:rPr>
              <a:t>整合多平台功能，提供超出单一平台的体验，提高用户获取与留存率，为合作商带来更多订单。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5" name="标题"/>
          <p:cNvSpPr txBox="1"/>
          <p:nvPr>
            <p:custDataLst>
              <p:tags r:id="rId13"/>
            </p:custDataLst>
          </p:nvPr>
        </p:nvSpPr>
        <p:spPr>
          <a:xfrm>
            <a:off x="1247457" y="4333875"/>
            <a:ext cx="4526280" cy="440690"/>
          </a:xfrm>
          <a:prstGeom prst="rect">
            <a:avLst/>
          </a:prstGeom>
          <a:noFill/>
        </p:spPr>
        <p:txBody>
          <a:bodyPr wrap="square" lIns="0" tIns="0" rIns="0" bIns="71755" rtlCol="0" anchor="b" anchorCtr="0">
            <a:noAutofit/>
          </a:bodyPr>
          <a:lstStyle/>
          <a:p>
            <a:pPr indent="0" algn="l" fontAlgn="auto">
              <a:lnSpc>
                <a:spcPct val="12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sym typeface="+mn-ea"/>
              </a:rPr>
              <a:t>应对策略：提升用户价值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53" name="圆角矩形 52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608647" y="4406265"/>
            <a:ext cx="469265" cy="467995"/>
          </a:xfrm>
          <a:prstGeom prst="roundRect">
            <a:avLst>
              <a:gd name="adj" fmla="val 1036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sz="2000" b="1">
              <a:solidFill>
                <a:srgbClr val="FFFFFF"/>
              </a:solidFill>
              <a:latin typeface="+mn-ea"/>
              <a:cs typeface="Microsoft YaHei" panose="020B0503020204020204" charset="-122"/>
              <a:sym typeface="+mn-ea"/>
            </a:endParaRPr>
          </a:p>
        </p:txBody>
      </p:sp>
      <p:pic>
        <p:nvPicPr>
          <p:cNvPr id="54" name="图片 53" descr="策略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717232" y="4514215"/>
            <a:ext cx="252095" cy="25209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18">
            <a:alphaModFix amt="38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96325" y="19685"/>
            <a:ext cx="3495675" cy="51181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 animBg="1"/>
      <p:bldP spid="44" grpId="0"/>
      <p:bldP spid="45" grpId="0"/>
      <p:bldP spid="5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732790"/>
            <a:ext cx="10972800" cy="609600"/>
          </a:xfrm>
        </p:spPr>
        <p:txBody>
          <a:bodyPr>
            <a:normAutofit/>
          </a:bodyPr>
          <a:p>
            <a:pPr algn="ctr">
              <a:lnSpc>
                <a:spcPct val="101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华康行楷体 W5" panose="03000509000000000000" charset="-122"/>
              </a:rPr>
              <a:t>: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华康行楷体 W5" panose="03000509000000000000" charset="-122"/>
              </a:rPr>
              <a:t> 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付费方式与合规性探讨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装饰  4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在线支付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17401" b="19069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小程序付款方案</a:t>
            </a:r>
            <a:endParaRPr lang="zh-CN" altLang="en-US" sz="1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将微信小程序注册为支持线上商品交易类目，用户通过微信/支付宝直接付款，需技术验证“用户付款给AI”模式符合微信小程序交易规则，确保流程合规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7" name="装饰  8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数字-收到钱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28653" b="12560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800" b="1">
                <a:solidFill>
                  <a:schemeClr val="accent2"/>
                </a:solidFill>
              </a:rPr>
              <a:t>AI付款技术可行性</a:t>
            </a:r>
            <a:endParaRPr lang="zh-CN" altLang="en-US" sz="1800" b="1">
              <a:solidFill>
                <a:schemeClr val="accent2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携程API支持Agent调用进行订单操作，微信/支付宝已开通Agent资金操作API，客服AI可通过座联互动账户调用API完成支付，技术层面具备实现基础。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装饰  2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风险评估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7537" b="7537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>
          <a:xfrm>
            <a:off x="8239760" y="3759200"/>
            <a:ext cx="3230880" cy="528320"/>
          </a:xfrm>
        </p:spPr>
        <p:txBody>
          <a:bodyPr>
            <a:noAutofit/>
          </a:bodyPr>
          <a:p>
            <a:pPr algn="l">
              <a:lnSpc>
                <a:spcPct val="111000"/>
              </a:lnSpc>
            </a:pPr>
            <a:r>
              <a:rPr lang="zh-CN" altLang="en-US" sz="1800" b="1">
                <a:solidFill>
                  <a:schemeClr val="accent1"/>
                </a:solidFill>
              </a:rPr>
              <a:t>风险与应对：预算、权限与安全</a:t>
            </a:r>
            <a:endParaRPr lang="zh-CN" altLang="en-US" sz="1800" b="1">
              <a:solidFill>
                <a:schemeClr val="accent1"/>
              </a:solidFill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>
          <a:xfrm>
            <a:off x="8432800" y="4287520"/>
            <a:ext cx="284480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风险包括预算超额、大额支出安全、API调用权限分级管理。需建立预算监控机制，设置大额支出审核流程，与第三方平台明确API权限分级，保障资金与数据安全。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17">
            <a:alphaModFix amt="38000"/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5" grpId="0" build="p"/>
      <p:bldP spid="6" grpId="0" build="p"/>
      <p:bldP spid="7" grpId="0" animBg="1" uiExpand="1" build="p"/>
      <p:bldP spid="9" grpId="0" build="p"/>
      <p:bldP spid="10" grpId="0" build="p"/>
      <p:bldP spid="11" grpId="0" animBg="1" uiExpand="1" build="p"/>
      <p:bldP spid="13" grpId="0" build="p"/>
      <p:bldP spid="1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>
          <a:xfrm>
            <a:off x="5391150" y="3530600"/>
            <a:ext cx="5784850" cy="1524000"/>
          </a:xfrm>
        </p:spPr>
        <p:txBody>
          <a:bodyPr>
            <a:normAutofit/>
          </a:bodyPr>
          <a:p>
            <a:r>
              <a:rPr lang="zh-CN" altLang="en-US" b="1"/>
              <a:t>项目后续与未来</a:t>
            </a:r>
            <a:r>
              <a:rPr lang="zh-CN" altLang="en-US" b="1"/>
              <a:t>展望</a:t>
            </a:r>
            <a:endParaRPr lang="zh-CN" altLang="en-US" b="1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6325" y="19685"/>
            <a:ext cx="3495675" cy="5118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2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华康行楷体 W5" panose="03000509000000000000" charset="-122"/>
              </a:rPr>
              <a:t>: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华康行楷体 W5" panose="03000509000000000000" charset="-122"/>
              </a:rPr>
              <a:t> 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主要目标</a:t>
            </a:r>
            <a:endParaRPr lang="zh-CN" altLang="en-US" b="1"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装饰  4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思考与解决问题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17606" b="13944"/>
          <a:stretch>
            <a:fillRect/>
          </a:stretch>
        </p:blipFill>
        <p:spPr>
          <a:xfrm>
            <a:off x="914400" y="1696720"/>
            <a:ext cx="4724400" cy="246888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聚焦核心问题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预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判阶段一带来的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售后需求，如订单修改/退订流程繁琐、投诉处理效率低等，进行重点解决。</a:t>
            </a:r>
            <a:endParaRPr lang="zh-CN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装饰  8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客户服务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17440" b="4800"/>
          <a:stretch>
            <a:fillRect/>
          </a:stretch>
        </p:blipFill>
        <p:spPr>
          <a:xfrm>
            <a:off x="6553200" y="1696720"/>
            <a:ext cx="4724400" cy="246888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提升服务效率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通过优化售后服务流程，缩短处理时间，提高用户体验感，进而提升用户留存率和口碑</a:t>
            </a:r>
            <a:r>
              <a:rPr lang="zh-CN" altLang="en-US" sz="1800"/>
              <a:t>。</a:t>
            </a:r>
            <a:endParaRPr lang="zh-CN" altLang="en-US" sz="180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12">
            <a:alphaModFix amt="3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19685"/>
            <a:ext cx="3495675" cy="51181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uiExpand="1" build="p"/>
      <p:bldP spid="5" grpId="0" build="p"/>
      <p:bldP spid="6" grpId="0" build="p"/>
      <p:bldP spid="7" grpId="0" animBg="1" uiExpand="1" build="p"/>
      <p:bldP spid="9" grpId="0" build="p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阶段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华康行楷体 W5" panose="03000509000000000000" charset="-122"/>
              </a:rPr>
              <a:t>:</a:t>
            </a:r>
            <a:r>
              <a:rPr lang="en-US" altLang="zh-C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华康行楷体 W5" panose="03000509000000000000" charset="-122"/>
              </a:rPr>
              <a:t> </a:t>
            </a:r>
            <a:r>
              <a:rPr lang="zh-CN" altLang="en-US" b="1">
                <a:solidFill>
                  <a:schemeClr val="accent1"/>
                </a:solidFill>
              </a:rPr>
              <a:t>主要目标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9" name="图形 6"/>
          <p:cNvSpPr/>
          <p:nvPr>
            <p:custDataLst>
              <p:tags r:id="rId2"/>
            </p:custDataLst>
          </p:nvPr>
        </p:nvSpPr>
        <p:spPr>
          <a:xfrm rot="11588930">
            <a:off x="6963410" y="1066165"/>
            <a:ext cx="5261610" cy="5007610"/>
          </a:xfrm>
          <a:custGeom>
            <a:avLst/>
            <a:gdLst>
              <a:gd name="connsiteX0" fmla="*/ 155801 w 2879096"/>
              <a:gd name="connsiteY0" fmla="*/ 656522 h 2825937"/>
              <a:gd name="connsiteX1" fmla="*/ 723967 w 2879096"/>
              <a:gd name="connsiteY1" fmla="*/ 435637 h 2825937"/>
              <a:gd name="connsiteX2" fmla="*/ 1725140 w 2879096"/>
              <a:gd name="connsiteY2" fmla="*/ 102453 h 2825937"/>
              <a:gd name="connsiteX3" fmla="*/ 2574960 w 2879096"/>
              <a:gd name="connsiteY3" fmla="*/ 330291 h 2825937"/>
              <a:gd name="connsiteX4" fmla="*/ 2794035 w 2879096"/>
              <a:gd name="connsiteY4" fmla="*/ 1930491 h 2825937"/>
              <a:gd name="connsiteX5" fmla="*/ 1851061 w 2879096"/>
              <a:gd name="connsiteY5" fmla="*/ 2825841 h 2825937"/>
              <a:gd name="connsiteX6" fmla="*/ 603286 w 2879096"/>
              <a:gd name="connsiteY6" fmla="*/ 1933729 h 2825937"/>
              <a:gd name="connsiteX7" fmla="*/ 107985 w 2879096"/>
              <a:gd name="connsiteY7" fmla="*/ 739866 h 2825937"/>
              <a:gd name="connsiteX8" fmla="*/ 155801 w 2879096"/>
              <a:gd name="connsiteY8" fmla="*/ 656522 h 2825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79096" h="2825937">
                <a:moveTo>
                  <a:pt x="155801" y="656522"/>
                </a:moveTo>
                <a:cubicBezTo>
                  <a:pt x="280483" y="472785"/>
                  <a:pt x="506988" y="388965"/>
                  <a:pt x="723967" y="435637"/>
                </a:cubicBezTo>
                <a:cubicBezTo>
                  <a:pt x="907228" y="475071"/>
                  <a:pt x="1281656" y="484786"/>
                  <a:pt x="1725140" y="102453"/>
                </a:cubicBezTo>
                <a:cubicBezTo>
                  <a:pt x="1725140" y="102453"/>
                  <a:pt x="2146336" y="-241209"/>
                  <a:pt x="2574960" y="330291"/>
                </a:cubicBezTo>
                <a:cubicBezTo>
                  <a:pt x="3003585" y="901791"/>
                  <a:pt x="2879760" y="1720941"/>
                  <a:pt x="2794035" y="1930491"/>
                </a:cubicBezTo>
                <a:cubicBezTo>
                  <a:pt x="2708310" y="2140041"/>
                  <a:pt x="2460660" y="2835366"/>
                  <a:pt x="1851061" y="2825841"/>
                </a:cubicBezTo>
                <a:cubicBezTo>
                  <a:pt x="1241461" y="2816316"/>
                  <a:pt x="1451011" y="2175093"/>
                  <a:pt x="603286" y="1933729"/>
                </a:cubicBezTo>
                <a:cubicBezTo>
                  <a:pt x="-244440" y="1692366"/>
                  <a:pt x="22260" y="920841"/>
                  <a:pt x="107985" y="739866"/>
                </a:cubicBezTo>
                <a:cubicBezTo>
                  <a:pt x="121606" y="711291"/>
                  <a:pt x="137608" y="683288"/>
                  <a:pt x="155801" y="656522"/>
                </a:cubicBezTo>
                <a:close/>
              </a:path>
            </a:pathLst>
          </a:custGeom>
          <a:noFill/>
          <a:ln w="9525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l="7260" r="7260"/>
          <a:stretch>
            <a:fillRect/>
          </a:stretch>
        </p:blipFill>
        <p:spPr>
          <a:xfrm>
            <a:off x="6604000" y="904240"/>
            <a:ext cx="5426710" cy="5036820"/>
          </a:xfrm>
          <a:custGeom>
            <a:avLst/>
            <a:gdLst>
              <a:gd name="connsiteX0" fmla="*/ 1139864 w 4515311"/>
              <a:gd name="connsiteY0" fmla="*/ 1681 h 4189463"/>
              <a:gd name="connsiteX1" fmla="*/ 3039740 w 4515311"/>
              <a:gd name="connsiteY1" fmla="*/ 494141 h 4189463"/>
              <a:gd name="connsiteX2" fmla="*/ 4515307 w 4515311"/>
              <a:gd name="connsiteY2" fmla="*/ 1813904 h 4189463"/>
              <a:gd name="connsiteX3" fmla="*/ 4504565 w 4515311"/>
              <a:gd name="connsiteY3" fmla="*/ 1960680 h 4189463"/>
              <a:gd name="connsiteX4" fmla="*/ 3866646 w 4515311"/>
              <a:gd name="connsiteY4" fmla="*/ 2642434 h 4189463"/>
              <a:gd name="connsiteX5" fmla="*/ 2705395 w 4515311"/>
              <a:gd name="connsiteY5" fmla="*/ 3766393 h 4189463"/>
              <a:gd name="connsiteX6" fmla="*/ 1381038 w 4515311"/>
              <a:gd name="connsiteY6" fmla="*/ 4015432 h 4189463"/>
              <a:gd name="connsiteX7" fmla="*/ 17349 w 4515311"/>
              <a:gd name="connsiteY7" fmla="*/ 1951491 h 4189463"/>
              <a:gd name="connsiteX8" fmla="*/ 725429 w 4515311"/>
              <a:gd name="connsiteY8" fmla="*/ 90005 h 4189463"/>
              <a:gd name="connsiteX9" fmla="*/ 1139864 w 4515311"/>
              <a:gd name="connsiteY9" fmla="*/ 1681 h 418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15311" h="4189463">
                <a:moveTo>
                  <a:pt x="1139864" y="1681"/>
                </a:moveTo>
                <a:cubicBezTo>
                  <a:pt x="1666331" y="38907"/>
                  <a:pt x="1958762" y="680183"/>
                  <a:pt x="3039740" y="494141"/>
                </a:cubicBezTo>
                <a:cubicBezTo>
                  <a:pt x="4370176" y="265163"/>
                  <a:pt x="4513638" y="1507199"/>
                  <a:pt x="4515307" y="1813904"/>
                </a:cubicBezTo>
                <a:cubicBezTo>
                  <a:pt x="4515453" y="1862388"/>
                  <a:pt x="4511932" y="1911661"/>
                  <a:pt x="4504565" y="1960680"/>
                </a:cubicBezTo>
                <a:cubicBezTo>
                  <a:pt x="4454282" y="2297034"/>
                  <a:pt x="4197159" y="2562971"/>
                  <a:pt x="3866646" y="2642434"/>
                </a:cubicBezTo>
                <a:cubicBezTo>
                  <a:pt x="3587485" y="2709528"/>
                  <a:pt x="3064108" y="2944432"/>
                  <a:pt x="2705395" y="3766393"/>
                </a:cubicBezTo>
                <a:cubicBezTo>
                  <a:pt x="2705395" y="3766393"/>
                  <a:pt x="2351807" y="4520184"/>
                  <a:pt x="1381038" y="4015432"/>
                </a:cubicBezTo>
                <a:cubicBezTo>
                  <a:pt x="410268" y="3510681"/>
                  <a:pt x="37969" y="2297647"/>
                  <a:pt x="17349" y="1951491"/>
                </a:cubicBezTo>
                <a:cubicBezTo>
                  <a:pt x="-3270" y="1605335"/>
                  <a:pt x="-122497" y="481134"/>
                  <a:pt x="725429" y="90005"/>
                </a:cubicBezTo>
                <a:cubicBezTo>
                  <a:pt x="884415" y="16668"/>
                  <a:pt x="1018371" y="-6910"/>
                  <a:pt x="1139864" y="1681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  <a:effectLst/>
        </p:spPr>
      </p:pic>
      <p:sp>
        <p:nvSpPr>
          <p:cNvPr id="40" name="椭圆 39"/>
          <p:cNvSpPr/>
          <p:nvPr>
            <p:custDataLst>
              <p:tags r:id="rId5"/>
            </p:custDataLst>
          </p:nvPr>
        </p:nvSpPr>
        <p:spPr>
          <a:xfrm>
            <a:off x="9322435" y="904240"/>
            <a:ext cx="290195" cy="30797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椭圆 42"/>
          <p:cNvSpPr/>
          <p:nvPr>
            <p:custDataLst>
              <p:tags r:id="rId6"/>
            </p:custDataLst>
          </p:nvPr>
        </p:nvSpPr>
        <p:spPr>
          <a:xfrm>
            <a:off x="11850370" y="4505325"/>
            <a:ext cx="180340" cy="19177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标题"/>
          <p:cNvSpPr txBox="1"/>
          <p:nvPr>
            <p:custDataLst>
              <p:tags r:id="rId7"/>
            </p:custDataLst>
          </p:nvPr>
        </p:nvSpPr>
        <p:spPr>
          <a:xfrm>
            <a:off x="664845" y="1365250"/>
            <a:ext cx="5939155" cy="440944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lnSpc>
                <a:spcPct val="170000"/>
              </a:lnSpc>
            </a:pPr>
            <a:r>
              <a:rPr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1. </a:t>
            </a:r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彻底转型，脱离平台依赖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+mn-ea"/>
              <a:sym typeface="+mn-ea"/>
            </a:endParaRPr>
          </a:p>
          <a:p>
            <a:pPr algn="l">
              <a:lnSpc>
                <a:spcPct val="170000"/>
              </a:lnSpc>
            </a:pPr>
            <a:r>
              <a:rPr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2. </a:t>
            </a:r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结合硬件入口优势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+mn-ea"/>
              <a:sym typeface="+mn-ea"/>
            </a:endParaRPr>
          </a:p>
          <a:p>
            <a:pPr algn="l">
              <a:lnSpc>
                <a:spcPct val="170000"/>
              </a:lnSpc>
            </a:pPr>
            <a:r>
              <a:rPr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3. </a:t>
            </a:r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打造独特出行服务平台综合体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+mn-ea"/>
              <a:sym typeface="+mn-ea"/>
            </a:endParaRPr>
          </a:p>
          <a:p>
            <a:pPr algn="l">
              <a:lnSpc>
                <a:spcPct val="170000"/>
              </a:lnSpc>
            </a:pPr>
            <a:r>
              <a:rPr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4. </a:t>
            </a:r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构建专属数据库与算法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+mn-ea"/>
              <a:sym typeface="+mn-ea"/>
            </a:endParaRPr>
          </a:p>
          <a:p>
            <a:pPr algn="l">
              <a:lnSpc>
                <a:spcPct val="170000"/>
              </a:lnSpc>
            </a:pPr>
            <a:r>
              <a:rPr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sym typeface="+mn-ea"/>
              </a:rPr>
              <a:t>5. </a:t>
            </a:r>
            <a:r>
              <a:rPr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直接与甲方达成合作</a:t>
            </a:r>
            <a:endParaRPr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+mn-ea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22" name="图片 21" descr="logo side"/>
          <p:cNvPicPr>
            <a:picLocks noChangeAspect="1"/>
          </p:cNvPicPr>
          <p:nvPr/>
        </p:nvPicPr>
        <p:blipFill>
          <a:blip r:embed="rId8">
            <a:alphaModFix amt="38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25925" y="-22860"/>
            <a:ext cx="3495675" cy="51181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形状 2"/>
          <p:cNvSpPr/>
          <p:nvPr>
            <p:custDataLst>
              <p:tags r:id="rId1"/>
            </p:custDataLst>
          </p:nvPr>
        </p:nvSpPr>
        <p:spPr>
          <a:xfrm>
            <a:off x="1" y="1543061"/>
            <a:ext cx="12192000" cy="5314939"/>
          </a:xfrm>
          <a:custGeom>
            <a:avLst/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chemeClr val="accent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3200">
              <a:solidFill>
                <a:schemeClr val="lt1"/>
              </a:solidFill>
              <a:latin typeface="+mj-ea"/>
              <a:ea typeface="+mj-ea"/>
              <a:sym typeface="Microsoft YaHei" panose="020B0503020204020204" charset="-122"/>
            </a:endParaRPr>
          </a:p>
        </p:txBody>
      </p:sp>
      <p:sp>
        <p:nvSpPr>
          <p:cNvPr id="20" name="任意形状 1"/>
          <p:cNvSpPr/>
          <p:nvPr>
            <p:custDataLst>
              <p:tags r:id="rId2"/>
            </p:custDataLst>
          </p:nvPr>
        </p:nvSpPr>
        <p:spPr>
          <a:xfrm>
            <a:off x="0" y="1607908"/>
            <a:ext cx="12192000" cy="5250093"/>
          </a:xfrm>
          <a:custGeom>
            <a:avLst/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68000">
                <a:schemeClr val="accent1">
                  <a:alpha val="10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3200">
              <a:solidFill>
                <a:schemeClr val="lt1"/>
              </a:solidFill>
              <a:latin typeface="+mj-ea"/>
              <a:ea typeface="+mj-ea"/>
              <a:sym typeface="Microsoft YaHei" panose="020B0503020204020204" charset="-122"/>
            </a:endParaRPr>
          </a:p>
        </p:txBody>
      </p:sp>
      <p:sp>
        <p:nvSpPr>
          <p:cNvPr id="21" name="任意多边形: 形状 20"/>
          <p:cNvSpPr/>
          <p:nvPr>
            <p:custDataLst>
              <p:tags r:id="rId3"/>
            </p:custDataLst>
          </p:nvPr>
        </p:nvSpPr>
        <p:spPr>
          <a:xfrm>
            <a:off x="-4197" y="1647757"/>
            <a:ext cx="12188748" cy="5214134"/>
          </a:xfrm>
          <a:custGeom>
            <a:avLst/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4400">
              <a:solidFill>
                <a:schemeClr val="lt1"/>
              </a:solidFill>
              <a:latin typeface="+mj-ea"/>
              <a:ea typeface="+mj-ea"/>
            </a:endParaRPr>
          </a:p>
        </p:txBody>
      </p:sp>
      <p:sp>
        <p:nvSpPr>
          <p:cNvPr id="23" name="椭圆 22"/>
          <p:cNvSpPr/>
          <p:nvPr>
            <p:custDataLst>
              <p:tags r:id="rId4"/>
            </p:custDataLst>
          </p:nvPr>
        </p:nvSpPr>
        <p:spPr>
          <a:xfrm>
            <a:off x="1685669" y="2912417"/>
            <a:ext cx="1034717" cy="1034717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chemeClr val="lt1"/>
              </a:solidFill>
              <a:latin typeface="+mj-ea"/>
              <a:ea typeface="+mj-ea"/>
              <a:sym typeface="Microsoft YaHei" panose="020B050302020402020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1636879" y="4015696"/>
            <a:ext cx="1148807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kumimoji="1" lang="en-US" altLang="zh-CN" sz="27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椭圆 24"/>
          <p:cNvSpPr/>
          <p:nvPr>
            <p:custDataLst>
              <p:tags r:id="rId6"/>
            </p:custDataLst>
          </p:nvPr>
        </p:nvSpPr>
        <p:spPr>
          <a:xfrm>
            <a:off x="5553877" y="2912417"/>
            <a:ext cx="1034717" cy="1034717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chemeClr val="lt1"/>
              </a:solidFill>
              <a:latin typeface="+mj-ea"/>
              <a:ea typeface="+mj-ea"/>
              <a:sym typeface="Microsoft YaHei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5497467" y="4007402"/>
            <a:ext cx="1148807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02</a:t>
            </a:r>
            <a:endParaRPr kumimoji="1" lang="en-US" altLang="zh-CN" sz="27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6" name="椭圆 25"/>
          <p:cNvSpPr/>
          <p:nvPr>
            <p:custDataLst>
              <p:tags r:id="rId8"/>
            </p:custDataLst>
          </p:nvPr>
        </p:nvSpPr>
        <p:spPr>
          <a:xfrm>
            <a:off x="9422085" y="2912417"/>
            <a:ext cx="1034717" cy="1034717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solidFill>
                <a:schemeClr val="lt1"/>
              </a:solidFill>
              <a:latin typeface="+mj-ea"/>
              <a:ea typeface="+mj-ea"/>
              <a:sym typeface="Microsoft YaHei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9422190" y="4007402"/>
            <a:ext cx="1148808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7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03</a:t>
            </a:r>
            <a:endParaRPr kumimoji="1" lang="en-US" altLang="zh-CN" sz="27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935990" y="4807502"/>
            <a:ext cx="2577600" cy="3758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chemeClr val="bg1">
                    <a:lumMod val="95000"/>
                  </a:schemeClr>
                </a:solidFill>
                <a:latin typeface="+mn-ea"/>
                <a:cs typeface="+mn-ea"/>
              </a:rPr>
              <a:t>从充电服务商到出行综合体</a:t>
            </a:r>
            <a:endParaRPr lang="zh-CN" altLang="en-US" sz="3200" b="1">
              <a:solidFill>
                <a:schemeClr val="bg1">
                  <a:lumMod val="9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1" name="标题 40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08400" y="608400"/>
            <a:ext cx="10969200" cy="705600"/>
          </a:xfrm>
          <a:noFill/>
        </p:spPr>
        <p:txBody>
          <a:bodyPr wrap="square" lIns="91440" tIns="45720" rIns="91440" bIns="45720" rtlCol="0" anchor="b">
            <a:no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我们的未来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7" name="图片 6" descr="logo full"/>
          <p:cNvPicPr>
            <a:picLocks noChangeAspect="1"/>
          </p:cNvPicPr>
          <p:nvPr/>
        </p:nvPicPr>
        <p:blipFill>
          <a:blip r:embed="rId12">
            <a:alphaModFix amt="17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63900" y="321945"/>
            <a:ext cx="5137785" cy="6213475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14"/>
            </p:custDataLst>
          </p:nvPr>
        </p:nvSpPr>
        <p:spPr>
          <a:xfrm>
            <a:off x="4816263" y="4816392"/>
            <a:ext cx="2577600" cy="3758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chemeClr val="bg1">
                    <a:lumMod val="95000"/>
                  </a:schemeClr>
                </a:solidFill>
                <a:latin typeface="+mn-ea"/>
                <a:cs typeface="+mn-ea"/>
              </a:rPr>
              <a:t>从流量分销商到流量持有者</a:t>
            </a:r>
            <a:endParaRPr lang="zh-CN" altLang="en-US" sz="3200" b="1">
              <a:solidFill>
                <a:schemeClr val="bg1">
                  <a:lumMod val="9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>
            <a:off x="8671771" y="4806867"/>
            <a:ext cx="2577600" cy="3758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chemeClr val="bg1">
                    <a:lumMod val="95000"/>
                  </a:schemeClr>
                </a:solidFill>
                <a:latin typeface="+mn-ea"/>
                <a:cs typeface="+mn-ea"/>
              </a:rPr>
              <a:t>打造出行服务生态圈</a:t>
            </a:r>
            <a:endParaRPr lang="zh-CN" altLang="en-US" sz="3200" b="1">
              <a:solidFill>
                <a:schemeClr val="bg1">
                  <a:lumMod val="95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2" name="图形 1" descr="潜在客户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1934473" y="3159776"/>
            <a:ext cx="539750" cy="539860"/>
          </a:xfrm>
          <a:prstGeom prst="rect">
            <a:avLst/>
          </a:prstGeom>
        </p:spPr>
      </p:pic>
      <p:pic>
        <p:nvPicPr>
          <p:cNvPr id="3" name="图形 2" descr="企业资源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5827395" y="3116580"/>
            <a:ext cx="557530" cy="557530"/>
          </a:xfrm>
          <a:prstGeom prst="rect">
            <a:avLst/>
          </a:prstGeom>
        </p:spPr>
      </p:pic>
      <p:pic>
        <p:nvPicPr>
          <p:cNvPr id="4" name="图形 3" descr="全球服务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9692388" y="3182039"/>
            <a:ext cx="495333" cy="4953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9" grpId="0"/>
      <p:bldP spid="17" grpId="0"/>
      <p:bldP spid="11" grpId="0"/>
      <p:bldP spid="18" grpId="0"/>
      <p:bldP spid="13" grpId="0"/>
      <p:bldP spid="22" grpId="0"/>
      <p:bldP spid="41" grpId="1"/>
      <p:bldP spid="9" grpId="1"/>
      <p:bldP spid="17" grpId="1"/>
      <p:bldP spid="11" grpId="1"/>
      <p:bldP spid="18" grpId="1"/>
      <p:bldP spid="13" grpId="1"/>
      <p:bldP spid="2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583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583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9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9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9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583"/>
</p:tagLst>
</file>

<file path=ppt/tags/tag93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94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9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99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0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1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2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0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4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1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2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21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22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23.xml><?xml version="1.0" encoding="utf-8"?>
<p:tagLst xmlns:p="http://schemas.openxmlformats.org/presentationml/2006/main">
  <p:tag name="LayoutZOrder" val="2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2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2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26.xml><?xml version="1.0" encoding="utf-8"?>
<p:tagLst xmlns:p="http://schemas.openxmlformats.org/presentationml/2006/main">
  <p:tag name="KSO_WM_UNIT_TYPE" val="f"/>
  <p:tag name="KSO_WM_BEAUTIFY_FLAG" val="#wm#"/>
  <p:tag name="KSO_WM_UNIT_INDEX" val="1"/>
  <p:tag name="KSO_WM_UNIT_SUBTYPE" val="c"/>
  <p:tag name="KSO_WM_UNIT_TEXT_TYPE" val="1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2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d0fd24eb4520726cbee758f2567fea3371177720"/>
  <p:tag name="KSO_WM_NEWLAYOUT_ID" val="2236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2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29.xml><?xml version="1.0" encoding="utf-8"?>
<p:tagLst xmlns:p="http://schemas.openxmlformats.org/presentationml/2006/main">
  <p:tag name="LayoutZOrder" val="2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3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2be94e30b30bc96d99149ddcd152ad5775e59c5"/>
  <p:tag name="KSO_WM_NEWLAYOUT_ID" val="2244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3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32.xml><?xml version="1.0" encoding="utf-8"?>
<p:tagLst xmlns:p="http://schemas.openxmlformats.org/presentationml/2006/main">
  <p:tag name="LayoutZOrder" val="2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80583"/>
  <p:tag name="KSO_WM_TEMPLATE_CATEGORY" val="custom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36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3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0cfa05a4b9e1a49fc64600717959651dd63d7200"/>
  <p:tag name="KSO_WM_NEWLAYOUT_ID" val="2248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63e0301388e0243c29ad35a8ebf7dcb7bbdb2c9"/>
  <p:tag name="KSO_WM_NEWLAYOUT_ID" val="1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5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81805b8e7d898e79bc4331cfd388cc8760f4c86"/>
  <p:tag name="KSO_WM_NEWLAYOUT_GROUP_ID" val="layout_1-5"/>
  <p:tag name="KSO_WM_NEWLAYOUT_ID" val="slide_61223ae7a7f7aefc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6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cb3d0d896f941cddb453d566c632d3960ace323"/>
  <p:tag name="KSO_WM_NEWLAYOUT_GROUP_ID" val="layout_42"/>
  <p:tag name="KSO_WM_NEWLAYOUT_ID" val="slide_e1461cd84873efff"/>
</p:tagLst>
</file>

<file path=ppt/tags/tag1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58e7505a7555fa81af1949e8a0cd0d96e011e96"/>
  <p:tag name="KSO_WM_NEWLAYOUT_GROUP_ID" val="layout_27"/>
  <p:tag name="KSO_WM_NEWLAYOUT_ID" val="slide_0c7050319d09d38c"/>
</p:tagLst>
</file>

<file path=ppt/tags/tag20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a53badf80571a0aaa9f338ff7348ec506b803c7"/>
  <p:tag name="KSO_WM_NEWLAYOUT_GROUP_ID" val="layout_34"/>
  <p:tag name="KSO_WM_NEWLAYOUT_ID" val="slide_4acdb5d565d7a68b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79bf356fd4872a10a0a18251124171bdedf6b5"/>
  <p:tag name="KSO_WM_NEWLAYOUT_GROUP_ID" val="layout_51"/>
  <p:tag name="KSO_WM_NEWLAYOUT_ID" val="slide_852d700e72c68e5e"/>
</p:tagLst>
</file>

<file path=ppt/tags/tag2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b117f6ef3a7ea700759cda7e43c8a02ddf92d64"/>
  <p:tag name="KSO_WM_NEWLAYOUT_GROUP_ID" val="layout_10007"/>
  <p:tag name="KSO_WM_NEWLAYOUT_ID" val="slide_3769a8e1402e790d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826255ec69f630e62b3657cf197d68cdef05f8"/>
  <p:tag name="KSO_WM_NEWLAYOUT_GROUP_ID" val="layout_2"/>
  <p:tag name="KSO_WM_NEWLAYOUT_ID" val="slide_349f98c92ef8ac01"/>
</p:tagLst>
</file>

<file path=ppt/tags/tag2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e7b4c17798a03b9cd993ab167326e8c0f96fde"/>
  <p:tag name="KSO_WM_NEWLAYOUT_GROUP_ID" val="layout_35"/>
  <p:tag name="KSO_WM_NEWLAYOUT_ID" val="slide_3a8d68c4cb9e2e1d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2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f4af55cdda237939a643f3e6fd14ccfa50b13b"/>
  <p:tag name="KSO_WM_NEWLAYOUT_GROUP_ID" val="layout_10013"/>
  <p:tag name="KSO_WM_NEWLAYOUT_ID" val="slide_8b398fc64e4c05a5"/>
</p:tagLst>
</file>

<file path=ppt/tags/tag2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0b87cf5a647097d13db3edd063dcf39e490720"/>
  <p:tag name="KSO_WM_NEWLAYOUT_GROUP_ID" val="layout_54"/>
  <p:tag name="KSO_WM_NEWLAYOUT_ID" val="slide_c20ddf4e5c5935ed"/>
</p:tagLst>
</file>

<file path=ppt/tags/tag3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1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1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1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ae6251c4d9ab7c6c6606ba8d4d9c8b3bf4b164"/>
  <p:tag name="KSO_WM_NEWLAYOUT_GROUP_ID" val="layout_38"/>
  <p:tag name="KSO_WM_NEWLAYOUT_ID" val="slide_3e4f13ddd7dc8528"/>
</p:tagLst>
</file>

<file path=ppt/tags/tag3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741ac930574a4ec0864721fb0d3af245f504fb"/>
  <p:tag name="KSO_WM_NEWLAYOUT_GROUP_ID" val="layout_48"/>
  <p:tag name="KSO_WM_NEWLAYOUT_ID" val="slide_e5e493f69f279955"/>
</p:tagLst>
</file>

<file path=ppt/tags/tag3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36282db1ac113da3d8ced3efe4c16d4431ec13"/>
  <p:tag name="KSO_WM_NEWLAYOUT_GROUP_ID" val="layout_10004"/>
  <p:tag name="KSO_WM_NEWLAYOUT_ID" val="slide_e0ba20cb02247c91"/>
</p:tagLst>
</file>

<file path=ppt/tags/tag36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54b80c1cd818822574f2aec517626592548e64"/>
  <p:tag name="KSO_WM_NEWLAYOUT_GROUP_ID" val="layout_26"/>
  <p:tag name="KSO_WM_NEWLAYOUT_ID" val="slide_5c773a159522ecff"/>
</p:tagLst>
</file>

<file path=ppt/tags/tag3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3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3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5329c2614f63af96b7b6cfbdf0b8e7be7c1c2ab"/>
  <p:tag name="KSO_WM_NEWLAYOUT_GROUP_ID" val="layout_53"/>
  <p:tag name="KSO_WM_NEWLAYOUT_ID" val="slide_a51f9d830a889bd4"/>
</p:tagLst>
</file>

<file path=ppt/tags/tag3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1b83ddd10faac99eb5647f40a4a745fac575719"/>
  <p:tag name="KSO_WM_NEWLAYOUT_GROUP_ID" val="layout_30"/>
  <p:tag name="KSO_WM_NEWLAYOUT_ID" val="slide_97e71a9c1fd50a82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c14b5b2cdd31ecde5fb068e19f35a8efe1685f4"/>
  <p:tag name="KSO_WM_NEWLAYOUT_GROUP_ID" val="layout_6"/>
  <p:tag name="KSO_WM_NEWLAYOUT_ID" val="slide_db6ecc7827b66e6e"/>
</p:tagLst>
</file>

<file path=ppt/tags/tag4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238f63922a38923a5066ec93592c1423389732"/>
  <p:tag name="KSO_WM_NEWLAYOUT_GROUP_ID" val="layout_10012"/>
  <p:tag name="KSO_WM_NEWLAYOUT_ID" val="slide_ed19c0db6ed585c4"/>
</p:tagLst>
</file>

<file path=ppt/tags/tag4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5493f7ddd820a1715ef4c94482680ca1da1f65"/>
  <p:tag name="KSO_WM_NEWLAYOUT_GROUP_ID" val="layout_3"/>
  <p:tag name="KSO_WM_NEWLAYOUT_ID" val="slide_0576b72b971413eb"/>
</p:tagLst>
</file>

<file path=ppt/tags/tag46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6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70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74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4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15a272546f7abc3c278a55f2182f060063615e"/>
  <p:tag name="KSO_WM_NEWLAYOUT_GROUP_ID" val="layout_31"/>
  <p:tag name="KSO_WM_NEWLAYOUT_ID" val="slide_d233a04c91228a1b"/>
</p:tagLst>
</file>

<file path=ppt/tags/tag4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9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4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2c70d1d4e75b063fee580a9543ead7d4046f3d"/>
  <p:tag name="KSO_WM_NEWLAYOUT_GROUP_ID" val="layout_39"/>
  <p:tag name="KSO_WM_NEWLAYOUT_ID" val="slide_08cd1d244d55f5c2"/>
</p:tagLst>
</file>

<file path=ppt/tags/tag5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0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0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1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12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1f37bc14212c3ed8a93aa6e87371a09d475e05d"/>
  <p:tag name="KSO_WM_NEWLAYOUT_GROUP_ID" val="layout_62"/>
  <p:tag name="KSO_WM_NEWLAYOUT_ID" val="slide_c18b4de5f562f180"/>
</p:tagLst>
</file>

<file path=ppt/tags/tag5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2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2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28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c8b9c201f9a600317390c2a9e26aaf3fdb14457"/>
  <p:tag name="KSO_WM_NEWLAYOUT_GROUP_ID" val="layout_10003"/>
  <p:tag name="KSO_WM_NEWLAYOUT_ID" val="slide_0494728cf98ea3e0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7c18043e93955ee01599cee65119927aa68ce51"/>
  <p:tag name="KSO_WM_NEWLAYOUT_GROUP_ID" val="layout_59"/>
  <p:tag name="KSO_WM_NEWLAYOUT_ID" val="slide_c9a808dc05b7f5bd"/>
</p:tagLst>
</file>

<file path=ppt/tags/tag5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583"/>
  <p:tag name="KSO_WM_TEMPLATE_CATEGORY" val="custom"/>
</p:tagLst>
</file>

<file path=ppt/tags/tag5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b889181e0ff4515cf4f1bd087c9625ecc398a4"/>
  <p:tag name="KSO_WM_NEWLAYOUT_GROUP_ID" val="layout_27"/>
  <p:tag name="KSO_WM_NEWLAYOUT_ID" val="slide_bbec08b93f7bcfad"/>
</p:tagLst>
</file>

<file path=ppt/tags/tag56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5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7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8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58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58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58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58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583"/>
</p:tagLst>
</file>

<file path=ppt/tags/tag5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8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8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88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583"/>
  <p:tag name="KSO_WM_TEMPLATE_CATEGORY" val="custom"/>
  <p:tag name="KSO_WM_TEMPLATE_MASTER_TYPE" val="0"/>
  <p:tag name="KSO_WM_TAG_VERSION" val="3.0"/>
</p:tagLst>
</file>

<file path=ppt/tags/tag589.xml><?xml version="1.0" encoding="utf-8"?>
<p:tagLst xmlns:p="http://schemas.openxmlformats.org/presentationml/2006/main">
  <p:tag name="KSO_WM_AITEMPLATE_STYLE_ID" val="69796624989"/>
</p:tagLst>
</file>

<file path=ppt/tags/tag590.xml><?xml version="1.0" encoding="utf-8"?>
<p:tagLst xmlns:p="http://schemas.openxmlformats.org/presentationml/2006/main">
  <p:tag name="KSO_WM_UNIT_TEXT_TYPE" val="1"/>
  <p:tag name="KSO_WM_LAYOUT_CHECK_HASH" val="d0fd24eb4520726cbee758f2567fea3371177720"/>
  <p:tag name="KSO_WM_NEWLAYOUT_ID" val="2236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91.xml><?xml version="1.0" encoding="utf-8"?>
<p:tagLst xmlns:p="http://schemas.openxmlformats.org/presentationml/2006/main">
  <p:tag name="KSO_WM_UNIT_HIGHLIGHT" val="0"/>
  <p:tag name="KSO_WM_UNIT_SUBTYPE" val="b"/>
  <p:tag name="KSO_WM_UNIT_TEXT_TYPE" val="1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592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583"/>
  <p:tag name="KSO_WM_TEMPLATE_CATEGORY" val="custom"/>
  <p:tag name="KSO_WM_SLIDE_INDEX" val="1"/>
  <p:tag name="KSO_WM_SLIDE_ID" val="custom40480583_1"/>
  <p:tag name="KSO_WM_TEMPLATE_MASTER_TYPE" val="0"/>
  <p:tag name="KSO_WM_SLIDE_LAYOUT" val="a_f"/>
  <p:tag name="KSO_WM_SLIDE_LAYOUT_CNT" val="1_2"/>
  <p:tag name="KSO_WM_TAG_VERSION" val="3.0"/>
</p:tagLst>
</file>

<file path=ppt/tags/tag5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5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81805b8e7d898e79bc4331cfd388cc8760f4c86"/>
  <p:tag name="KSO_WM_NEWLAYOUT_GROUP_ID" val="layout_1-5"/>
  <p:tag name="KSO_WM_NEWLAYOUT_ID" val="slide_61223ae7a7f7aefc"/>
</p:tagLst>
</file>

<file path=ppt/tags/tag595.xml><?xml version="1.0" encoding="utf-8"?>
<p:tagLst xmlns:p="http://schemas.openxmlformats.org/presentationml/2006/main">
  <p:tag name="KSO_WM_DIAGRAM_GROUP_CODE" val="1"/>
  <p:tag name="KSO_WM_FIGMA_FLAG" val="#fgm#"/>
  <p:tag name="KSO_WM_UNIT_SUBTYPE" val="d"/>
  <p:tag name="KSO_WM_UNIT_PRESET_TEXT" val="01"/>
  <p:tag name="KSO_WM_SLIDE_FIGMA_DIAGRAM" val="1"/>
  <p:tag name="KSO_WM_DIAGRAM_VIRTUALLY_FRAME" val="{&quot;height&quot;:353.45,&quot;left&quot;:319.5,&quot;top&quot;:93.35,&quot;width&quot;:571.95}"/>
</p:tagLst>
</file>

<file path=ppt/tags/tag596.xml><?xml version="1.0" encoding="utf-8"?>
<p:tagLst xmlns:p="http://schemas.openxmlformats.org/presentationml/2006/main">
  <p:tag name="KSO_WM_FIGMA_DECORATION_INDEX" val="25"/>
  <p:tag name="$PH_EXT" val="2"/>
  <p:tag name="KSO_WM_DIAGRAM_GROUP_CODE" val="1"/>
  <p:tag name="KSO_WM_FIGMA_FLAG" val="#fgm#"/>
  <p:tag name="KSO_WM_SYNC_SLIDE_TEXT" val="1"/>
  <p:tag name="KSO_WM_UNIT_PRESET_TEXT" val=" "/>
  <p:tag name="KSO_WM_SLIDE_FIGMA_DIAGRAM" val="1"/>
  <p:tag name="KSO_WM_DIAGRAM_VIRTUALLY_FRAME" val="{&quot;height&quot;:353.45,&quot;left&quot;:319.5,&quot;top&quot;:93.35,&quot;width&quot;:571.95}"/>
</p:tagLst>
</file>

<file path=ppt/tags/tag597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  <p:tag name="KSO_WM_SLIDE_FIGMA_DIAGRAM" val="1"/>
  <p:tag name="KSO_WM_DIAGRAM_VIRTUALLY_FRAME" val="{&quot;height&quot;:353.45,&quot;left&quot;:319.5,&quot;top&quot;:93.35,&quot;width&quot;:571.95}"/>
</p:tagLst>
</file>

<file path=ppt/tags/tag598.xml><?xml version="1.0" encoding="utf-8"?>
<p:tagLst xmlns:p="http://schemas.openxmlformats.org/presentationml/2006/main">
  <p:tag name="KSO_WM_DIAGRAM_GROUP_CODE" val="1"/>
  <p:tag name="KSO_WM_FIGMA_FLAG" val="#fgm#"/>
  <p:tag name="KSO_WM_UNIT_SUBTYPE" val="d"/>
  <p:tag name="KSO_WM_UNIT_PRESET_TEXT" val="02"/>
  <p:tag name="KSO_WM_SLIDE_FIGMA_DIAGRAM" val="1"/>
  <p:tag name="KSO_WM_DIAGRAM_VIRTUALLY_FRAME" val="{&quot;height&quot;:353.45,&quot;left&quot;:319.5,&quot;top&quot;:93.35,&quot;width&quot;:571.95}"/>
</p:tagLst>
</file>

<file path=ppt/tags/tag599.xml><?xml version="1.0" encoding="utf-8"?>
<p:tagLst xmlns:p="http://schemas.openxmlformats.org/presentationml/2006/main">
  <p:tag name="KSO_WM_FIGMA_DECORATION_INDEX" val="25"/>
  <p:tag name="$PH_EXT" val="2"/>
  <p:tag name="KSO_WM_DIAGRAM_GROUP_CODE" val="1"/>
  <p:tag name="KSO_WM_FIGMA_FLAG" val="#fgm#"/>
  <p:tag name="KSO_WM_SYNC_SLIDE_TEXT" val="1"/>
  <p:tag name="KSO_WM_UNIT_PRESET_TEXT" val=" "/>
  <p:tag name="KSO_WM_SLIDE_FIGMA_DIAGRAM" val="1"/>
  <p:tag name="KSO_WM_DIAGRAM_VIRTUALLY_FRAME" val="{&quot;height&quot;:353.45,&quot;left&quot;:319.5,&quot;top&quot;:93.35,&quot;width&quot;:571.95}"/>
</p:tagLst>
</file>

<file path=ppt/tags/tag600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  <p:tag name="KSO_WM_SLIDE_FIGMA_DIAGRAM" val="1"/>
  <p:tag name="KSO_WM_DIAGRAM_VIRTUALLY_FRAME" val="{&quot;height&quot;:353.45,&quot;left&quot;:319.5,&quot;top&quot;:93.35,&quot;width&quot;:571.95}"/>
</p:tagLst>
</file>

<file path=ppt/tags/tag601.xml><?xml version="1.0" encoding="utf-8"?>
<p:tagLst xmlns:p="http://schemas.openxmlformats.org/presentationml/2006/main">
  <p:tag name="KSO_WM_DIAGRAM_GROUP_CODE" val="1"/>
  <p:tag name="KSO_WM_FIGMA_FLAG" val="#fgm#"/>
  <p:tag name="KSO_WM_UNIT_SUBTYPE" val="d"/>
  <p:tag name="KSO_WM_UNIT_PRESET_TEXT" val="03"/>
  <p:tag name="KSO_WM_SLIDE_FIGMA_DIAGRAM" val="1"/>
  <p:tag name="KSO_WM_DIAGRAM_VIRTUALLY_FRAME" val="{&quot;height&quot;:353.45,&quot;left&quot;:319.5,&quot;top&quot;:93.35,&quot;width&quot;:571.95}"/>
</p:tagLst>
</file>

<file path=ppt/tags/tag602.xml><?xml version="1.0" encoding="utf-8"?>
<p:tagLst xmlns:p="http://schemas.openxmlformats.org/presentationml/2006/main">
  <p:tag name="KSO_WM_FIGMA_DECORATION_INDEX" val="25"/>
  <p:tag name="$PH_EXT" val="2"/>
  <p:tag name="KSO_WM_DIAGRAM_GROUP_CODE" val="1"/>
  <p:tag name="KSO_WM_FIGMA_FLAG" val="#fgm#"/>
  <p:tag name="KSO_WM_SYNC_SLIDE_TEXT" val="1"/>
  <p:tag name="KSO_WM_UNIT_PRESET_TEXT" val=" "/>
  <p:tag name="KSO_WM_SLIDE_FIGMA_DIAGRAM" val="1"/>
  <p:tag name="KSO_WM_DIAGRAM_VIRTUALLY_FRAME" val="{&quot;height&quot;:353.45,&quot;left&quot;:319.5,&quot;top&quot;:93.35,&quot;width&quot;:571.95}"/>
</p:tagLst>
</file>

<file path=ppt/tags/tag603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  <p:tag name="KSO_WM_SLIDE_FIGMA_DIAGRAM" val="1"/>
  <p:tag name="KSO_WM_DIAGRAM_VIRTUALLY_FRAME" val="{&quot;height&quot;:353.45,&quot;left&quot;:319.5,&quot;top&quot;:93.35,&quot;width&quot;:571.95}"/>
</p:tagLst>
</file>

<file path=ppt/tags/tag604.xml><?xml version="1.0" encoding="utf-8"?>
<p:tagLst xmlns:p="http://schemas.openxmlformats.org/presentationml/2006/main">
  <p:tag name="KSO_WM_DIAGRAM_GROUP_CODE" val="1"/>
  <p:tag name="KSO_WM_FIGMA_FLAG" val="#fgm#"/>
  <p:tag name="KSO_WM_UNIT_SUBTYPE" val="d"/>
  <p:tag name="KSO_WM_UNIT_PRESET_TEXT" val="04"/>
  <p:tag name="KSO_WM_SLIDE_FIGMA_DIAGRAM" val="1"/>
  <p:tag name="KSO_WM_DIAGRAM_VIRTUALLY_FRAME" val="{&quot;height&quot;:353.45,&quot;left&quot;:319.5,&quot;top&quot;:93.35,&quot;width&quot;:571.95}"/>
</p:tagLst>
</file>

<file path=ppt/tags/tag605.xml><?xml version="1.0" encoding="utf-8"?>
<p:tagLst xmlns:p="http://schemas.openxmlformats.org/presentationml/2006/main">
  <p:tag name="KSO_WM_FIGMA_DECORATION_INDEX" val="25"/>
  <p:tag name="$PH_EXT" val="2"/>
  <p:tag name="KSO_WM_DIAGRAM_GROUP_CODE" val="1"/>
  <p:tag name="KSO_WM_FIGMA_FLAG" val="#fgm#"/>
  <p:tag name="KSO_WM_SYNC_SLIDE_TEXT" val="1"/>
  <p:tag name="KSO_WM_UNIT_PRESET_TEXT" val=" "/>
  <p:tag name="KSO_WM_SLIDE_FIGMA_DIAGRAM" val="1"/>
  <p:tag name="KSO_WM_DIAGRAM_VIRTUALLY_FRAME" val="{&quot;height&quot;:353.45,&quot;left&quot;:319.5,&quot;top&quot;:93.35,&quot;width&quot;:571.95}"/>
</p:tagLst>
</file>

<file path=ppt/tags/tag606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  <p:tag name="KSO_WM_SLIDE_FIGMA_DIAGRAM" val="1"/>
  <p:tag name="KSO_WM_DIAGRAM_VIRTUALLY_FRAME" val="{&quot;height&quot;:353.45,&quot;left&quot;:319.5,&quot;top&quot;:93.35,&quot;width&quot;:571.95}"/>
</p:tagLst>
</file>

<file path=ppt/tags/tag607.xml><?xml version="1.0" encoding="utf-8"?>
<p:tagLst xmlns:p="http://schemas.openxmlformats.org/presentationml/2006/main">
  <p:tag name="KSO_WM_DIAGRAM_GROUP_CODE" val="1"/>
  <p:tag name="KSO_WM_FIGMA_FLAG" val="#fgm#"/>
  <p:tag name="KSO_WM_UNIT_SUBTYPE" val="d"/>
  <p:tag name="KSO_WM_UNIT_PRESET_TEXT" val="04"/>
  <p:tag name="KSO_WM_SLIDE_FIGMA_DIAGRAM" val="1"/>
  <p:tag name="KSO_WM_DIAGRAM_VIRTUALLY_FRAME" val="{&quot;height&quot;:353.45,&quot;left&quot;:319.5,&quot;top&quot;:93.35,&quot;width&quot;:571.95}"/>
</p:tagLst>
</file>

<file path=ppt/tags/tag608.xml><?xml version="1.0" encoding="utf-8"?>
<p:tagLst xmlns:p="http://schemas.openxmlformats.org/presentationml/2006/main">
  <p:tag name="KSO_WM_FIGMA_DECORATION_INDEX" val="25"/>
  <p:tag name="$PH_EXT" val="2"/>
  <p:tag name="KSO_WM_DIAGRAM_GROUP_CODE" val="1"/>
  <p:tag name="KSO_WM_FIGMA_FLAG" val="#fgm#"/>
  <p:tag name="KSO_WM_SYNC_SLIDE_TEXT" val="1"/>
  <p:tag name="KSO_WM_UNIT_PRESET_TEXT" val=" "/>
  <p:tag name="KSO_WM_SLIDE_FIGMA_DIAGRAM" val="1"/>
  <p:tag name="KSO_WM_DIAGRAM_VIRTUALLY_FRAME" val="{&quot;height&quot;:353.45,&quot;left&quot;:319.5,&quot;top&quot;:93.35,&quot;width&quot;:571.95}"/>
</p:tagLst>
</file>

<file path=ppt/tags/tag609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  <p:tag name="KSO_WM_SLIDE_FIGMA_DIAGRAM" val="1"/>
  <p:tag name="KSO_WM_DIAGRAM_VIRTUALLY_FRAME" val="{&quot;height&quot;:353.45,&quot;left&quot;:319.5,&quot;top&quot;:93.35,&quot;width&quot;:571.95}"/>
</p:tagLst>
</file>

<file path=ppt/tags/tag61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24989"/>
  <p:tag name="KSO_WM_TEMPLATE_SLIDE_ID" val="slide_61223ae7a7f7aefc"/>
</p:tagLst>
</file>

<file path=ppt/tags/tag611.xml><?xml version="1.0" encoding="utf-8"?>
<p:tagLst xmlns:p="http://schemas.openxmlformats.org/presentationml/2006/main">
  <p:tag name="KSO_WM_UNIT_HIGHLIGHT" val="0"/>
  <p:tag name="KSO_WM_UNIT_TEXT_TYPE" val="1"/>
  <p:tag name="KSO_WM_LAYOUT_CHECK_HASH" val="02be94e30b30bc96d99149ddcd152ad5775e59c5"/>
  <p:tag name="KSO_WM_NEWLAYOUT_ID" val="22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1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1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0583"/>
  <p:tag name="KSO_WM_TEMPLATE_CATEGORY" val="custom"/>
  <p:tag name="KSO_WM_SLIDE_INDEX" val="3"/>
  <p:tag name="KSO_WM_SLIDE_ID" val="custom40480583_7"/>
  <p:tag name="KSO_WM_TEMPLATE_MASTER_TYPE" val="0"/>
  <p:tag name="KSO_WM_SLIDE_LAYOUT" val="a_e"/>
  <p:tag name="KSO_WM_SLIDE_LAYOUT_CNT" val="1_1"/>
  <p:tag name="KSO_WM_TAG_VERSION" val="3.0"/>
</p:tagLst>
</file>

<file path=ppt/tags/tag6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1929_1*i*1"/>
  <p:tag name="KSO_WM_TEMPLATE_CATEGORY" val="custom"/>
  <p:tag name="KSO_WM_TEMPLATE_INDEX" val="20231929"/>
  <p:tag name="KSO_WM_UNIT_LAYERLEVEL" val="1"/>
  <p:tag name="KSO_WM_TAG_VERSION" val="3.0"/>
  <p:tag name="KSO_WM_UNIT_FILL_FORE_SCHEMECOLOR_INDEX" val="2"/>
  <p:tag name="KSO_WM_UNIT_FILL_TYPE" val="1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60"/>
  <p:tag name="KSO_WM_TEMPLATE_INDEX" val="20231929"/>
  <p:tag name="KSO_WM_UNIT_ID" val="custom20231929_1*a*1"/>
  <p:tag name="KSO_WM_UNIT_TEXT_TYPE" val="1"/>
  <p:tag name="KSO_WM_UNIT_PRESET_TEXT" val="单击此处添加页面标题"/>
  <p:tag name="KSO_WM_UNIT_TEXT_FILL_FORE_SCHEMECOLOR_INDEX" val="13"/>
  <p:tag name="KSO_WM_UNIT_TEXT_FILL_TYPE" val="1"/>
  <p:tag name="KSO_WM_UNIT_USESOURCEFORMAT_APPLY" val="1"/>
</p:tagLst>
</file>

<file path=ppt/tags/tag616.xml><?xml version="1.0" encoding="utf-8"?>
<p:tagLst xmlns:p="http://schemas.openxmlformats.org/presentationml/2006/main">
  <p:tag name="KSO_WM_UNIT_VALUE" val="829*1929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1929_1*d*1"/>
  <p:tag name="KSO_WM_TEMPLATE_CATEGORY" val="custom"/>
  <p:tag name="KSO_WM_TEMPLATE_INDEX" val="20231929"/>
  <p:tag name="KSO_WM_UNIT_LAYERLEVEL" val="1"/>
  <p:tag name="KSO_WM_TAG_VERSION" val="3.0"/>
  <p:tag name="KSO_WM_BEAUTIFY_FLAG" val="#wm#"/>
  <p:tag name="KSO_WM_DIAGRAM_GROUP_CODE" val="l1-1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6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40492675_2*l_h_f*1_1_1"/>
  <p:tag name="KSO_WM_TEMPLATE_CATEGORY" val="diagram"/>
  <p:tag name="KSO_WM_TEMPLATE_INDEX" val="4049267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请尽量简明扼要地阐述您的内容观点。根据需要可酌情增减文字，以便观者能够准确地理解您传达的思想。"/>
  <p:tag name="KSO_WM_UNIT_TEXT_FILL_FORE_SCHEMECOLOR_INDEX" val="1"/>
  <p:tag name="KSO_WM_UNIT_TEXT_FILL_TYPE" val="1"/>
  <p:tag name="KSO_WM_UNIT_USESOURCEFORMAT_APPLY" val="1"/>
</p:tagLst>
</file>

<file path=ppt/tags/tag6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40492675_2*l_h_a*1_1_1"/>
  <p:tag name="KSO_WM_TEMPLATE_CATEGORY" val="diagram"/>
  <p:tag name="KSO_WM_TEMPLATE_INDEX" val="4049267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EXT_TYPE" val="1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USESOURCEFORMAT_APPLY" val="1"/>
</p:tagLst>
</file>

<file path=ppt/tags/tag6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2675_2*l_h_i*1_1_1"/>
  <p:tag name="KSO_WM_TEMPLATE_CATEGORY" val="diagram"/>
  <p:tag name="KSO_WM_TEMPLATE_INDEX" val="4049267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6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40492675_2*l_h_f*1_3_1"/>
  <p:tag name="KSO_WM_TEMPLATE_CATEGORY" val="diagram"/>
  <p:tag name="KSO_WM_TEMPLATE_INDEX" val="4049267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请尽量简明扼要地阐述您的内容观点。根据需要可酌情增减文字，以便观者能够准确地理解您传达的思想。"/>
  <p:tag name="KSO_WM_UNIT_TEXT_FILL_FORE_SCHEMECOLOR_INDEX" val="1"/>
  <p:tag name="KSO_WM_UNIT_TEXT_FILL_TYPE" val="1"/>
  <p:tag name="KSO_WM_UNIT_USESOURCEFORMAT_APPLY" val="1"/>
</p:tagLst>
</file>

<file path=ppt/tags/tag6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40492675_2*l_h_a*1_3_1"/>
  <p:tag name="KSO_WM_TEMPLATE_CATEGORY" val="diagram"/>
  <p:tag name="KSO_WM_TEMPLATE_INDEX" val="4049267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EXT_TYPE" val="1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USESOURCEFORMAT_APPLY" val="1"/>
</p:tagLst>
</file>

<file path=ppt/tags/tag6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2675_2*l_h_i*1_3_1"/>
  <p:tag name="KSO_WM_TEMPLATE_CATEGORY" val="diagram"/>
  <p:tag name="KSO_WM_TEMPLATE_INDEX" val="4049267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6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40492675_2*l_h_f*1_2_1"/>
  <p:tag name="KSO_WM_TEMPLATE_CATEGORY" val="diagram"/>
  <p:tag name="KSO_WM_TEMPLATE_INDEX" val="4049267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请单击此处输入你的正文具体内容，文字是您思想的重要提炼，为了最终演示发布的良好效果，可酌情增减你的文字。"/>
  <p:tag name="KSO_WM_UNIT_TEXT_FILL_FORE_SCHEMECOLOR_INDEX" val="1"/>
  <p:tag name="KSO_WM_UNIT_TEXT_FILL_TYPE" val="1"/>
  <p:tag name="KSO_WM_UNIT_USESOURCEFORMAT_APPLY" val="1"/>
</p:tagLst>
</file>

<file path=ppt/tags/tag6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40492675_2*l_h_a*1_2_1"/>
  <p:tag name="KSO_WM_TEMPLATE_CATEGORY" val="diagram"/>
  <p:tag name="KSO_WM_TEMPLATE_INDEX" val="4049267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EXT_TYPE" val="1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"/>
  <p:tag name="KSO_WM_UNIT_TEXT_FILL_FORE_SCHEMECOLOR_INDEX" val="1"/>
  <p:tag name="KSO_WM_UNIT_TEXT_FILL_TYPE" val="1"/>
  <p:tag name="KSO_WM_UNIT_USESOURCEFORMAT_APPLY" val="1"/>
</p:tagLst>
</file>

<file path=ppt/tags/tag6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2675_2*l_h_i*1_2_1"/>
  <p:tag name="KSO_WM_TEMPLATE_CATEGORY" val="diagram"/>
  <p:tag name="KSO_WM_TEMPLATE_INDEX" val="4049267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168.76428390560312,&quot;left&quot;:48.75,&quot;top&quot;:323.7928580471985,&quot;width&quot;:863.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626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63.3*150.35"/>
  <p:tag name="KSO_WM_SLIDE_POSITION" val="48.75*341.4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1929"/>
  <p:tag name="KSO_WM_TEMPLATE_SUBCATEGORY" val="0"/>
  <p:tag name="KSO_WM_SLIDE_INDEX" val="1"/>
  <p:tag name="KSO_WM_TAG_VERSION" val="3.0"/>
  <p:tag name="KSO_WM_SLIDE_ID" val="custom20231929_1"/>
  <p:tag name="KSO_WM_SLIDE_ITEM_CNT" val="3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3_2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LINE_FILL_TYPE" val="2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3_3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LINE_FORE_SCHEMECOLOR_INDEX" val="7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2_2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2_3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1_2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62_2*l_h_i*1_1_3"/>
  <p:tag name="KSO_WM_TEMPLATE_CATEGORY" val="diagram"/>
  <p:tag name="KSO_WM_TEMPLATE_INDEX" val="20232462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solid&quot;:{&quot;brightness&quot;:0,&quot;colorType&quot;:1,&quot;foreColorIndex&quot;:2,&quot;transparency&quot;:0.800000011920929},&quot;type&quot;:1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6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2462_2*a*1"/>
  <p:tag name="KSO_WM_TEMPLATE_CATEGORY" val="diagram"/>
  <p:tag name="KSO_WM_TEMPLATE_INDEX" val="20232462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diagram20232462_2*l_h_i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6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2462_2*l_h_f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正文，文字是您思想的提炼，请尽量言简意赅的阐述观点。单击此处输入正文，文字是您思想的提炼，请尽量言简意赅的阐述观点。单击此处输入您的项正文"/>
  <p:tag name="KSO_WM_UNIT_TEXT_FILL_FORE_SCHEMECOLOR_INDEX" val="1"/>
  <p:tag name="KSO_WM_UNIT_TEXT_FILL_TYPE" val="1"/>
  <p:tag name="KSO_WM_UNIT_USESOURCEFORMAT_APPLY" val="1"/>
</p:tagLst>
</file>

<file path=ppt/tags/tag6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2462_2*l_h_a*1_1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diagram20232462_2*l_h_i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6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2462_2*l_h_f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。单击此处输入您的项正文，文字是您思想的提炼，请尽量言简意赅的阐述观点。单击此处输入您的项正文"/>
  <p:tag name="KSO_WM_UNIT_TEXT_FILL_FORE_SCHEMECOLOR_INDEX" val="1"/>
  <p:tag name="KSO_WM_UNIT_TEXT_FILL_TYPE" val="1"/>
  <p:tag name="KSO_WM_UNIT_USESOURCEFORMAT_APPLY" val="1"/>
</p:tagLst>
</file>

<file path=ppt/tags/tag6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2462_2*l_h_a*1_2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diagram20232462_2*l_h_i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6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2462_2*l_h_f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。单击此处输入您的项正文，文字是您思想的提炼，请尽量言简意赅的阐述观点"/>
  <p:tag name="KSO_WM_UNIT_TEXT_FILL_FORE_SCHEMECOLOR_INDEX" val="1"/>
  <p:tag name="KSO_WM_UNIT_TEXT_FILL_TYPE" val="1"/>
  <p:tag name="KSO_WM_UNIT_USESOURCEFORMAT_APPLY" val="1"/>
</p:tagLst>
</file>

<file path=ppt/tags/tag6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2462_2*l_h_a*1_3_1"/>
  <p:tag name="KSO_WM_TEMPLATE_CATEGORY" val="diagram"/>
  <p:tag name="KSO_WM_TEMPLATE_INDEX" val="20232462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6.9051544285571,&quot;left&quot;:54.45,&quot;top&quot;:122.21984251968505,&quot;width&quot;:851.244094488188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643.xml><?xml version="1.0" encoding="utf-8"?>
<p:tagLst xmlns:p="http://schemas.openxmlformats.org/presentationml/2006/main">
  <p:tag name="KSO_WM_SLIDE_ID" val="diagram202324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2462"/>
  <p:tag name="KSO_WM_SLIDE_TYPE" val="text"/>
  <p:tag name="KSO_WM_SLIDE_SUBTYPE" val="diag"/>
  <p:tag name="KSO_WM_SLIDE_SIZE" val="851.244*366.05"/>
  <p:tag name="KSO_WM_SLIDE_POSITION" val="54.45*122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729_1*a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页面的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1729_1*i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46.xml><?xml version="1.0" encoding="utf-8"?>
<p:tagLst xmlns:p="http://schemas.openxmlformats.org/presentationml/2006/main">
  <p:tag name="KSO_WM_UNIT_VALUE" val="1040*10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1729_1*d*1"/>
  <p:tag name="KSO_WM_TEMPLATE_CATEGORY" val="custom"/>
  <p:tag name="KSO_WM_TEMPLATE_INDEX" val="20231729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45_2*l_i*1_1"/>
  <p:tag name="KSO_WM_TEMPLATE_CATEGORY" val="diagram"/>
  <p:tag name="KSO_WM_TEMPLATE_INDEX" val="20235545"/>
  <p:tag name="KSO_WM_UNIT_LAYERLEVEL" val="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8"/>
  <p:tag name="KSO_WM_DIAGRAM_MIN_ITEMCNT" val="2"/>
  <p:tag name="KSO_WM_DIAGRAM_VIRTUALLY_FRAME" val="{&quot;height&quot;:360.79998779296875,&quot;left&quot;:359.9555146945742,&quot;top&quot;:132.22500610351562,&quot;width&quot;:552.594482421875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64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545_2*l_h_f*1_1_1"/>
  <p:tag name="KSO_WM_TEMPLATE_CATEGORY" val="diagram"/>
  <p:tag name="KSO_WM_TEMPLATE_INDEX" val="20235545"/>
  <p:tag name="KSO_WM_UNIT_LAYERLEVEL" val="1_1_1"/>
  <p:tag name="KSO_WM_TAG_VERSION" val="3.0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left&quot;:359.9555146945742,&quot;top&quot;:132.22500610351562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545_2*l_h_a*1_1_1"/>
  <p:tag name="KSO_WM_TEMPLATE_CATEGORY" val="diagram"/>
  <p:tag name="KSO_WM_TEMPLATE_INDEX" val="20235545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left&quot;:359.9555146945742,&quot;top&quot;:132.22500610351562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545_2*l_h_f*1_2_1"/>
  <p:tag name="KSO_WM_TEMPLATE_CATEGORY" val="diagram"/>
  <p:tag name="KSO_WM_TEMPLATE_INDEX" val="20235545"/>
  <p:tag name="KSO_WM_UNIT_LAYERLEVEL" val="1_1_1"/>
  <p:tag name="KSO_WM_TAG_VERSION" val="3.0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left&quot;:359.9555146945742,&quot;top&quot;:132.22500610351562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545_2*l_h_a*1_2_1"/>
  <p:tag name="KSO_WM_TEMPLATE_CATEGORY" val="diagram"/>
  <p:tag name="KSO_WM_TEMPLATE_INDEX" val="20235545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left&quot;:359.9555146945742,&quot;top&quot;:132.22500610351562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545_2*l_h_f*1_3_1"/>
  <p:tag name="KSO_WM_TEMPLATE_CATEGORY" val="diagram"/>
  <p:tag name="KSO_WM_TEMPLATE_INDEX" val="20235545"/>
  <p:tag name="KSO_WM_UNIT_LAYERLEVEL" val="1_1_1"/>
  <p:tag name="KSO_WM_TAG_VERSION" val="3.0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编辑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left&quot;:359.9555146945742,&quot;top&quot;:132.22500610351562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545_2*l_h_a*1_3_1"/>
  <p:tag name="KSO_WM_TEMPLATE_CATEGORY" val="diagram"/>
  <p:tag name="KSO_WM_TEMPLATE_INDEX" val="20235545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8"/>
  <p:tag name="KSO_WM_DIAGRAM_MIN_ITEMCNT" val="2"/>
  <p:tag name="KSO_WM_DIAGRAM_VIRTUALLY_FRAME" val="{&quot;height&quot;:360.79998779296875,&quot;left&quot;:359.9555146945742,&quot;top&quot;:132.22500610351562,&quot;width&quot;:552.594482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54.xml><?xml version="1.0" encoding="utf-8"?>
<p:tagLst xmlns:p="http://schemas.openxmlformats.org/presentationml/2006/main">
  <p:tag name="KSO_WM_SLIDE_ID" val="custom20231729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1729"/>
  <p:tag name="KSO_WM_SLIDE_TYPE" val="text"/>
  <p:tag name="KSO_WM_SLIDE_SUBTYPE" val="picTxt"/>
  <p:tag name="KSO_WM_SLIDE_SIZE" val="552.195*360.15"/>
  <p:tag name="KSO_WM_SLIDE_POSITION" val="360.156*132.5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6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2c70d1d4e75b063fee580a9543ead7d4046f3d"/>
  <p:tag name="KSO_WM_NEWLAYOUT_GROUP_ID" val="layout_39"/>
  <p:tag name="KSO_WM_NEWLAYOUT_ID" val="slide_08cd1d244d55f5c2"/>
  <p:tag name="KSO_WM_UNIT_PRESET_TEXT" val="单击此处添加标题"/>
</p:tagLst>
</file>

<file path=ppt/tags/tag656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657.xml><?xml version="1.0" encoding="utf-8"?>
<p:tagLst xmlns:p="http://schemas.openxmlformats.org/presentationml/2006/main">
  <p:tag name="KSO_WM_FIGMA_DECORATION_INDEX" val="1"/>
  <p:tag name="$PH_EXT" val="1"/>
  <p:tag name="KSO_WM_DIAGRAM_GROUP_CODE" val="1"/>
  <p:tag name="KSO_WM_FIGMA_FLAG" val="#fgm#"/>
</p:tagLst>
</file>

<file path=ppt/tags/tag658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</p:tagLst>
</file>

<file path=ppt/tags/tag659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660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661.xml><?xml version="1.0" encoding="utf-8"?>
<p:tagLst xmlns:p="http://schemas.openxmlformats.org/presentationml/2006/main">
  <p:tag name="KSO_WM_FIGMA_DECORATION_INDEX" val="2"/>
  <p:tag name="$PH_EXT" val="1"/>
  <p:tag name="KSO_WM_DIAGRAM_GROUP_CODE" val="1"/>
  <p:tag name="KSO_WM_FIGMA_FLAG" val="#fgm#"/>
</p:tagLst>
</file>

<file path=ppt/tags/tag662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</p:tagLst>
</file>

<file path=ppt/tags/tag663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664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665.xml><?xml version="1.0" encoding="utf-8"?>
<p:tagLst xmlns:p="http://schemas.openxmlformats.org/presentationml/2006/main">
  <p:tag name="KSO_WM_FIGMA_DECORATION_INDEX" val="3"/>
  <p:tag name="$PH_EXT" val="1"/>
  <p:tag name="KSO_WM_DIAGRAM_GROUP_CODE" val="1"/>
  <p:tag name="KSO_WM_FIGMA_FLAG" val="#fgm#"/>
</p:tagLst>
</file>

<file path=ppt/tags/tag666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</p:tagLst>
</file>

<file path=ppt/tags/tag667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66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4989"/>
  <p:tag name="KSO_WM_TEMPLATE_SLIDE_ID" val="slide_08cd1d244d55f5c2"/>
</p:tagLst>
</file>

<file path=ppt/tags/tag669.xml><?xml version="1.0" encoding="utf-8"?>
<p:tagLst xmlns:p="http://schemas.openxmlformats.org/presentationml/2006/main">
  <p:tag name="KSO_WM_UNIT_HIGHLIGHT" val="0"/>
  <p:tag name="KSO_WM_UNIT_TEXT_TYPE" val="1"/>
  <p:tag name="KSO_WM_LAYOUT_CHECK_HASH" val="02be94e30b30bc96d99149ddcd152ad5775e59c5"/>
  <p:tag name="KSO_WM_NEWLAYOUT_ID" val="22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7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7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0583"/>
  <p:tag name="KSO_WM_TEMPLATE_CATEGORY" val="custom"/>
  <p:tag name="KSO_WM_SLIDE_INDEX" val="3"/>
  <p:tag name="KSO_WM_SLIDE_ID" val="custom40480583_7"/>
  <p:tag name="KSO_WM_TEMPLATE_MASTER_TYPE" val="0"/>
  <p:tag name="KSO_WM_SLIDE_LAYOUT" val="a_e"/>
  <p:tag name="KSO_WM_SLIDE_LAYOUT_CNT" val="1_1"/>
  <p:tag name="KSO_WM_TAG_VERSION" val="3.0"/>
</p:tagLst>
</file>

<file path=ppt/tags/tag6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3023_1*a*1"/>
  <p:tag name="KSO_WM_TEMPLATE_CATEGORY" val="custom"/>
  <p:tag name="KSO_WM_TEMPLATE_INDEX" val="4049302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1_1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LINE_FORE_SCHEMECOLOR_INDEX" val="1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00000011920929},&quot;type&quot;:1},&quot;shadow&quot;:{&quot;brightness&quot;:-0.2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1_2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1_3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.8799999952316284,&quot;transparency&quot;:1},{&quot;brightness&quot;:0.4000000059604645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3_1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LINE_FORE_SCHEMECOLOR_INDEX" val="1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00000011920929},&quot;type&quot;:1},&quot;shadow&quot;:{&quot;brightness&quot;:-0.25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3_2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3_3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.8799999952316284,&quot;transparency&quot;:1},{&quot;brightness&quot;:0.4000000059604645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2_1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,&quot;colorType&quot;:1,&quot;foreColorIndex&quot;:5,&quot;pos&quot;:0.25999999046325684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6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a*1_2_1"/>
  <p:tag name="KSO_WM_TEMPLATE_CATEGORY" val="diagram"/>
  <p:tag name="KSO_WM_TEMPLATE_INDEX" val="40493010"/>
  <p:tag name="KSO_WM_UNIT_LAYERLEVEL" val="1_1_1"/>
  <p:tag name="KSO_WM_TAG_VERSION" val="3.0"/>
  <p:tag name="KSO_WM_UNIT_VALUE" val="17"/>
  <p:tag name="KSO_WM_DIAGRAM_VERSION" val="3"/>
  <p:tag name="KSO_WM_DIAGRAM_COLOR_TRICK" val="1"/>
  <p:tag name="KSO_WM_DIAGRAM_COLOR_TEXT_CAN_REMOVE" val="n"/>
  <p:tag name="KSO_WM_UNIT_PRESET_TEXT" val="加项标题"/>
  <p:tag name="KSO_WM_UNIT_TEXT_TYPE" val="1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2_2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8399999737739563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682.xml><?xml version="1.0" encoding="utf-8"?>
<p:tagLst xmlns:p="http://schemas.openxmlformats.org/presentationml/2006/main">
  <p:tag name="KSO_WM_UNIT_VALUE" val="57*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x*1_2_1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,&quot;colorType&quot;:1,&quot;foreColorIndex&quot;:5,&quot;pos&quot;:0.20000000298023224,&quot;transparency&quot;:0},{&quot;brightness&quot;:0.4000000059604645,&quot;colorType&quot;:1,&quot;foreColorIndex&quot;:5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6"/>
  <p:tag name="KSO_WM_UNIT_USESOURCEFORMAT_APPLY" val="1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2_4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.5199999809265137,&quot;transparency&quot;:1},{&quot;brightness&quot;:0.47999998927116394,&quot;colorType&quot;:1,&quot;foreColorIndex&quot;:5,&quot;pos&quot;:0,&quot;transparency&quot;:0.7699999809265137}],&quot;type&quot;:3},&quot;glow&quot;:{&quot;colorType&quot;:0},&quot;line&quot;:{&quot;gradient&quot;:[{&quot;brightness&quot;:0,&quot;colorType&quot;:2,&quot;pos&quot;:0,&quot;rgb&quot;:&quot;#ffffff&quot;,&quot;transparency&quot;:0.800000011920929},{&quot;brightness&quot;:0.4000000059604645,&quot;colorType&quot;:1,&quot;foreColorIndex&quot;:5,&quot;pos&quot;:0.76999998092651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684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f*1_2_1"/>
  <p:tag name="KSO_WM_TEMPLATE_CATEGORY" val="diagram"/>
  <p:tag name="KSO_WM_TEMPLATE_INDEX" val="40493010"/>
  <p:tag name="KSO_WM_UNIT_LAYERLEVEL" val="1_1_1"/>
  <p:tag name="KSO_WM_TAG_VERSION" val="3.0"/>
  <p:tag name="KSO_WM_UNIT_VALUE" val="66"/>
  <p:tag name="KSO_WM_DIAGRAM_VERSION" val="3"/>
  <p:tag name="KSO_WM_DIAGRAM_COLOR_TRICK" val="1"/>
  <p:tag name="KSO_WM_DIAGRAM_COLOR_TEXT_CAN_REMOVE" val="n"/>
  <p:tag name="KSO_WM_UNIT_PRESET_TEXT" val="简明扼要地阐述您的观点。根据需要可酌情增减文字，以便观者准确地理解您传达的思想。单击此处添加文本具体内容"/>
  <p:tag name="KSO_WM_UNIT_TEXT_TYPE" val="1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2_5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.5199999809265137,&quot;transparency&quot;:1},{&quot;brightness&quot;:0.47999998927116394,&quot;colorType&quot;:1,&quot;foreColorIndex&quot;:5,&quot;pos&quot;:0,&quot;transparency&quot;:0.7699999809265137}],&quot;type&quot;:3},&quot;glow&quot;:{&quot;colorType&quot;:0},&quot;line&quot;:{&quot;gradient&quot;:[{&quot;brightness&quot;:0,&quot;colorType&quot;:2,&quot;pos&quot;:0,&quot;rgb&quot;:&quot;#ffffff&quot;,&quot;transparency&quot;:0.800000011920929},{&quot;brightness&quot;:0.4000000059604645,&quot;colorType&quot;:1,&quot;foreColorIndex&quot;:5,&quot;pos&quot;:0.76999998092651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6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a*1_3_1"/>
  <p:tag name="KSO_WM_TEMPLATE_CATEGORY" val="diagram"/>
  <p:tag name="KSO_WM_TEMPLATE_INDEX" val="40493010"/>
  <p:tag name="KSO_WM_UNIT_LAYERLEVEL" val="1_1_1"/>
  <p:tag name="KSO_WM_TAG_VERSION" val="3.0"/>
  <p:tag name="KSO_WM_UNIT_VALUE" val="42"/>
  <p:tag name="KSO_WM_DIAGRAM_VERSION" val="3"/>
  <p:tag name="KSO_WM_DIAGRAM_COLOR_TRICK" val="1"/>
  <p:tag name="KSO_WM_DIAGRAM_COLOR_TEXT_CAN_REMOVE" val="n"/>
  <p:tag name="KSO_WM_UNIT_PRESET_TEXT" val="加项标题"/>
  <p:tag name="KSO_WM_UNIT_TEXT_FILL_FORE_SCHEMECOLOR_INDEX" val="1"/>
  <p:tag name="KSO_WM_UNIT_TEXT_FILL_TYPE" val="1"/>
  <p:tag name="KSO_WM_UNIT_TEXT_TYPE" val="1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3_4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,&quot;colorType&quot;:1,&quot;foreColorIndex&quot;:5,&quot;pos&quot;:0.05000000074505806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688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f*1_3_1"/>
  <p:tag name="KSO_WM_TEMPLATE_CATEGORY" val="diagram"/>
  <p:tag name="KSO_WM_TEMPLATE_INDEX" val="40493010"/>
  <p:tag name="KSO_WM_UNIT_LAYERLEVEL" val="1_1_1"/>
  <p:tag name="KSO_WM_TAG_VERSION" val="3.0"/>
  <p:tag name="KSO_WM_UNIT_VALUE" val="88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TEXT_TYPE" val="1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89.xml><?xml version="1.0" encoding="utf-8"?>
<p:tagLst xmlns:p="http://schemas.openxmlformats.org/presentationml/2006/main">
  <p:tag name="KSO_WM_UNIT_VALUE" val="50*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x*1_3_1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6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a*1_1_1"/>
  <p:tag name="KSO_WM_TEMPLATE_CATEGORY" val="diagram"/>
  <p:tag name="KSO_WM_TEMPLATE_INDEX" val="40493010"/>
  <p:tag name="KSO_WM_UNIT_LAYERLEVEL" val="1_1_1"/>
  <p:tag name="KSO_WM_TAG_VERSION" val="3.0"/>
  <p:tag name="KSO_WM_UNIT_VALUE" val="17"/>
  <p:tag name="KSO_WM_DIAGRAM_VERSION" val="3"/>
  <p:tag name="KSO_WM_DIAGRAM_COLOR_TRICK" val="1"/>
  <p:tag name="KSO_WM_DIAGRAM_COLOR_TEXT_CAN_REMOVE" val="n"/>
  <p:tag name="KSO_WM_UNIT_PRESET_TEXT" val="加项标题"/>
  <p:tag name="KSO_WM_UNIT_TEXT_FILL_FORE_SCHEMECOLOR_INDEX" val="1"/>
  <p:tag name="KSO_WM_UNIT_TEXT_FILL_TYPE" val="1"/>
  <p:tag name="KSO_WM_UNIT_TEXT_TYPE" val="1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i*1_1_4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,&quot;colorType&quot;:1,&quot;foreColorIndex&quot;:5,&quot;pos&quot;:0.05000000074505806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69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f*1_1_1"/>
  <p:tag name="KSO_WM_TEMPLATE_CATEGORY" val="diagram"/>
  <p:tag name="KSO_WM_TEMPLATE_INDEX" val="40493010"/>
  <p:tag name="KSO_WM_UNIT_LAYERLEVEL" val="1_1_1"/>
  <p:tag name="KSO_WM_TAG_VERSION" val="3.0"/>
  <p:tag name="KSO_WM_UNIT_VALUE" val="66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TEXT_TYPE" val="1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693.xml><?xml version="1.0" encoding="utf-8"?>
<p:tagLst xmlns:p="http://schemas.openxmlformats.org/presentationml/2006/main">
  <p:tag name="KSO_WM_UNIT_VALUE" val="50*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40493010_1*l_h_x*1_1_1"/>
  <p:tag name="KSO_WM_TEMPLATE_CATEGORY" val="diagram"/>
  <p:tag name="KSO_WM_TEMPLATE_INDEX" val="40493010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VIRTUALLY_FRAME" val="{&quot;height&quot;:355.45001220703125,&quot;left&quot;:48,&quot;top&quot;:134.2499938964844,&quot;width&quot;:864}"/>
  <p:tag name="KSO_WM_DIAGRAM_MAX_ITEMCNT" val="6"/>
  <p:tag name="KSO_WM_DIAGRAM_MIN_ITEMCNT" val="3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694.xml><?xml version="1.0" encoding="utf-8"?>
<p:tagLst xmlns:p="http://schemas.openxmlformats.org/presentationml/2006/main">
  <p:tag name="KSO_WM_SLIDE_ID" val="custom40493023_1"/>
  <p:tag name="KSO_WM_TEMPLATE_SUBCATEGORY" val="0"/>
  <p:tag name="KSO_WM_TEMPLATE_MASTER_TYPE" val="0"/>
  <p:tag name="KSO_WM_TEMPLATE_COLOR_TYPE" val="0"/>
  <p:tag name="KSO_WM_SLIDE_ITEM_CNT" val="6"/>
  <p:tag name="KSO_WM_SLIDE_INDEX" val="1"/>
  <p:tag name="KSO_WM_TAG_VERSION" val="3.0"/>
  <p:tag name="KSO_WM_BEAUTIFY_FLAG" val="#wm#"/>
  <p:tag name="KSO_WM_TEMPLATE_CATEGORY" val="custom"/>
  <p:tag name="KSO_WM_TEMPLATE_INDEX" val="40493023"/>
  <p:tag name="KSO_WM_SLIDE_TYPE" val="text"/>
  <p:tag name="KSO_WM_SLIDE_SUBTYPE" val="picTxt"/>
  <p:tag name="KSO_WM_SLIDE_SIZE" val="864*355.45"/>
  <p:tag name="KSO_WM_SLIDE_POSITION" val="48*134.2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10&quot;:[50059489,50062365],&quot;65&quot;:[40480583]}"/>
</p:tagLst>
</file>

<file path=ppt/tags/tag695.xml><?xml version="1.0" encoding="utf-8"?>
<p:tagLst xmlns:p="http://schemas.openxmlformats.org/presentationml/2006/main">
  <p:tag name="KSO_WM_UNIT_HIGHLIGHT" val="0"/>
  <p:tag name="KSO_WM_UNIT_TEXT_TYPE" val="1"/>
  <p:tag name="KSO_WM_LAYOUT_CHECK_HASH" val="02be94e30b30bc96d99149ddcd152ad5775e59c5"/>
  <p:tag name="KSO_WM_NEWLAYOUT_ID" val="22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9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69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0583"/>
  <p:tag name="KSO_WM_TEMPLATE_CATEGORY" val="custom"/>
  <p:tag name="KSO_WM_SLIDE_INDEX" val="3"/>
  <p:tag name="KSO_WM_SLIDE_ID" val="custom40480583_7"/>
  <p:tag name="KSO_WM_TEMPLATE_MASTER_TYPE" val="0"/>
  <p:tag name="KSO_WM_SLIDE_LAYOUT" val="a_e"/>
  <p:tag name="KSO_WM_SLIDE_LAYOUT_CNT" val="1_1"/>
  <p:tag name="KSO_WM_TAG_VERSION" val="3.0"/>
</p:tagLst>
</file>

<file path=ppt/tags/tag6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789_2*a*1"/>
  <p:tag name="KSO_WM_TEMPLATE_CATEGORY" val="diagram"/>
  <p:tag name="KSO_WM_TEMPLATE_INDEX" val="20234789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699.xml><?xml version="1.0" encoding="utf-8"?>
<p:tagLst xmlns:p="http://schemas.openxmlformats.org/presentationml/2006/main">
  <p:tag name="KSO_WM_DIAGRAM_VIRTUALLY_FRAME" val="{&quot;height&quot;:380.4500817919153,&quot;left&quot;:71.75,&quot;top&quot;:132.64999694824223,&quot;width&quot;:816.5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a*1_1_1"/>
  <p:tag name="KSO_WM_TEMPLATE_CATEGORY" val="diagram"/>
  <p:tag name="KSO_WM_TEMPLATE_INDEX" val="20234789"/>
  <p:tag name="KSO_WM_UNIT_LAYERLEVEL" val="1_1_1"/>
  <p:tag name="KSO_WM_TAG_VERSION" val="3.0"/>
  <p:tag name="KSO_WM_UNIT_VALUE" val="26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USESOURCEFORMAT_APPLY" val="1"/>
</p:tagLst>
</file>

<file path=ppt/tags/tag700.xml><?xml version="1.0" encoding="utf-8"?>
<p:tagLst xmlns:p="http://schemas.openxmlformats.org/presentationml/2006/main">
  <p:tag name="KSO_WM_DIAGRAM_VIRTUALLY_FRAME" val="{&quot;height&quot;:380.4500817919153,&quot;left&quot;:71.75,&quot;top&quot;:132.64999694824223,&quot;width&quot;:816.5}"/>
  <p:tag name="KSO_WM_UNIT_SUBTYPE" val="a"/>
  <p:tag name="KSO_WM_UNIT_NOCLEAR" val="0"/>
  <p:tag name="KSO_WM_UNIT_VALUE" val="10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f*1_1_1"/>
  <p:tag name="KSO_WM_TEMPLATE_CATEGORY" val="diagram"/>
  <p:tag name="KSO_WM_TEMPLATE_INDEX" val="20234789"/>
  <p:tag name="KSO_WM_UNIT_LAYERLEVEL" val="1_1_1"/>
  <p:tag name="KSO_WM_TAG_VERSION" val="3.0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TEXT_LAYER_COUNT" val="1"/>
  <p:tag name="KSO_WM_UNIT_PRESET_TEXT" val="单击此处添加文本，简明扼要地阐述您的观点。根据需要可酌情增减文字，以便观者准确地理解您传达的思想。单击此处添加您的文本具体内容，简明扼要地阐述您的内容。"/>
  <p:tag name="KSO_WM_UNIT_TEXT_FILL_FORE_SCHEMECOLOR_INDEX" val="1"/>
  <p:tag name="KSO_WM_UNIT_TEXT_FILL_TYPE" val="1"/>
  <p:tag name="KSO_WM_UNIT_USESOURCEFORMAT_APPLY" val="1"/>
</p:tagLst>
</file>

<file path=ppt/tags/tag701.xml><?xml version="1.0" encoding="utf-8"?>
<p:tagLst xmlns:p="http://schemas.openxmlformats.org/presentationml/2006/main">
  <p:tag name="KSO_WM_DIAGRAM_VIRTUALLY_FRAME" val="{&quot;height&quot;:380.4500817919153,&quot;left&quot;:71.75,&quot;top&quot;:132.64999694824223,&quot;width&quot;:816.5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a*1_2_1"/>
  <p:tag name="KSO_WM_TEMPLATE_CATEGORY" val="diagram"/>
  <p:tag name="KSO_WM_TEMPLATE_INDEX" val="20234789"/>
  <p:tag name="KSO_WM_UNIT_LAYERLEVEL" val="1_1_1"/>
  <p:tag name="KSO_WM_TAG_VERSION" val="3.0"/>
  <p:tag name="KSO_WM_UNIT_VALUE" val="26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USESOURCEFORMAT_APPLY" val="1"/>
</p:tagLst>
</file>

<file path=ppt/tags/tag702.xml><?xml version="1.0" encoding="utf-8"?>
<p:tagLst xmlns:p="http://schemas.openxmlformats.org/presentationml/2006/main">
  <p:tag name="KSO_WM_DIAGRAM_VIRTUALLY_FRAME" val="{&quot;height&quot;:380.4500817919153,&quot;left&quot;:71.75,&quot;top&quot;:132.64999694824223,&quot;width&quot;:816.5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f*1_2_1"/>
  <p:tag name="KSO_WM_TEMPLATE_CATEGORY" val="diagram"/>
  <p:tag name="KSO_WM_TEMPLATE_INDEX" val="20234789"/>
  <p:tag name="KSO_WM_UNIT_LAYERLEVEL" val="1_1_1"/>
  <p:tag name="KSO_WM_TAG_VERSION" val="3.0"/>
  <p:tag name="KSO_WM_UNIT_VALUE" val="102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您的文本具体内容，简明扼要地阐述您的内容。"/>
  <p:tag name="KSO_WM_UNIT_TEXT_FILL_FORE_SCHEMECOLOR_INDEX" val="1"/>
  <p:tag name="KSO_WM_UNIT_TEXT_FILL_TYPE" val="1"/>
  <p:tag name="KSO_WM_UNIT_USESOURCEFORMAT_APPLY" val="1"/>
</p:tagLst>
</file>

<file path=ppt/tags/tag703.xml><?xml version="1.0" encoding="utf-8"?>
<p:tagLst xmlns:p="http://schemas.openxmlformats.org/presentationml/2006/main">
  <p:tag name="KSO_WM_DIAGRAM_VIRTUALLY_FRAME" val="{&quot;height&quot;:380.4500817919153,&quot;left&quot;:71.75,&quot;top&quot;:132.64999694824223,&quot;width&quot;:816.5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a*1_3_1"/>
  <p:tag name="KSO_WM_TEMPLATE_CATEGORY" val="diagram"/>
  <p:tag name="KSO_WM_TEMPLATE_INDEX" val="20234789"/>
  <p:tag name="KSO_WM_UNIT_LAYERLEVEL" val="1_1_1"/>
  <p:tag name="KSO_WM_TAG_VERSION" val="3.0"/>
  <p:tag name="KSO_WM_UNIT_VALUE" val="26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USESOURCEFORMAT_APPLY" val="1"/>
</p:tagLst>
</file>

<file path=ppt/tags/tag704.xml><?xml version="1.0" encoding="utf-8"?>
<p:tagLst xmlns:p="http://schemas.openxmlformats.org/presentationml/2006/main">
  <p:tag name="KSO_WM_DIAGRAM_VIRTUALLY_FRAME" val="{&quot;height&quot;:380.4500817919153,&quot;left&quot;:71.75,&quot;top&quot;:132.64999694824223,&quot;width&quot;:816.5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f*1_3_1"/>
  <p:tag name="KSO_WM_TEMPLATE_CATEGORY" val="diagram"/>
  <p:tag name="KSO_WM_TEMPLATE_INDEX" val="20234789"/>
  <p:tag name="KSO_WM_UNIT_LAYERLEVEL" val="1_1_1"/>
  <p:tag name="KSO_WM_TAG_VERSION" val="3.0"/>
  <p:tag name="KSO_WM_UNIT_VALUE" val="102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VERSION" val="3"/>
  <p:tag name="KSO_WM_DIAGRAM_COLOR_TRICK" val="1"/>
  <p:tag name="KSO_WM_DIAGRAM_COLOR_TEXT_CAN_REMOVE" val="n"/>
  <p:tag name="KSO_WM_UNIT_TEXT_LAYER_COUNT" val="1"/>
  <p:tag name="KSO_WM_UNIT_PRESET_TEXT" val="单击此处添加文本，简明扼要地阐述您的观点。根据需要可酌情增减文字，以便观者准确地理解您传达的思想。单击此处添加您的文本具体内容，简明扼要地阐述您的内容。"/>
  <p:tag name="KSO_WM_UNIT_TEXT_FILL_FORE_SCHEMECOLOR_INDEX" val="1"/>
  <p:tag name="KSO_WM_UNIT_TEXT_FILL_TYPE" val="1"/>
  <p:tag name="KSO_WM_UNIT_USESOURCEFORMAT_APPLY" val="1"/>
</p:tagLst>
</file>

<file path=ppt/tags/tag705.xml><?xml version="1.0" encoding="utf-8"?>
<p:tagLst xmlns:p="http://schemas.openxmlformats.org/presentationml/2006/main">
  <p:tag name="KSO_WM_UNIT_VALUE" val="560*5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d*1_1_1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1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1_5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2,&quot;rgb&quot;:&quot;#65b4d5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1_4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400000035762787}],&quot;type&quot;:3},&quot;glow&quot;:{&quot;colorType&quot;:0},&quot;line&quot;:{&quot;type&quot;:0},&quot;shadow&quot;:{&quot;brightness&quot;:0,&quot;colorType&quot;:2,&quot;rgb&quot;:&quot;#65b4d5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1_3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1_2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1_6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1_7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12.xml><?xml version="1.0" encoding="utf-8"?>
<p:tagLst xmlns:p="http://schemas.openxmlformats.org/presentationml/2006/main">
  <p:tag name="KSO_WM_UNIT_VALUE" val="560*5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d*1_2_1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6"/>
  <p:tag name="KSO_WM_UNIT_LINE_FILL_TYPE" val="2"/>
  <p:tag name="KSO_WM_UNIT_USESOURCEFORMAT_APPLY" val="1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2_5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2,&quot;rgb&quot;:&quot;#65b4d5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2_4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400000035762787}],&quot;type&quot;:3},&quot;glow&quot;:{&quot;colorType&quot;:0},&quot;line&quot;:{&quot;type&quot;:0},&quot;shadow&quot;:{&quot;brightness&quot;:0,&quot;colorType&quot;:2,&quot;rgb&quot;:&quot;#65b4d5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2_3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2_2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2_6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2_7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19.xml><?xml version="1.0" encoding="utf-8"?>
<p:tagLst xmlns:p="http://schemas.openxmlformats.org/presentationml/2006/main">
  <p:tag name="KSO_WM_UNIT_VALUE" val="560*5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d*1_3_1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UNIT_FILL_TYPE" val="1"/>
  <p:tag name="KSO_WM_UNIT_FILL_FORE_SCHEMECOLOR_INDEX" val="5"/>
  <p:tag name="KSO_WM_UNIT_FILL_FORE_SCHEMECOLOR_INDEX_BRIGHTNESS" val="0"/>
  <p:tag name="KSO_WM_UNIT_LINE_FORE_SCHEMECOLOR_INDEX" val="7"/>
  <p:tag name="KSO_WM_UNIT_LINE_FILL_TYPE" val="2"/>
  <p:tag name="KSO_WM_UNIT_USESOURCEFORMAT_APPLY" val="1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3_5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brightness&quot;:0,&quot;colorType&quot;:2,&quot;rgb&quot;:&quot;#65b4d5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3_4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3400000035762787}],&quot;type&quot;:3},&quot;glow&quot;:{&quot;colorType&quot;:0},&quot;line&quot;:{&quot;type&quot;:0},&quot;shadow&quot;:{&quot;brightness&quot;:0,&quot;colorType&quot;:2,&quot;rgb&quot;:&quot;#65b4d5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3_3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3_2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3_6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3_7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1_1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0.91000002622604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2_1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0.91000002622604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USESOURCEFORMAT_APPLY" val="1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89_1*l_h_i*1_3_1"/>
  <p:tag name="KSO_WM_TEMPLATE_CATEGORY" val="diagram"/>
  <p:tag name="KSO_WM_TEMPLATE_INDEX" val="2023478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380.4500817919153,&quot;left&quot;:71.75,&quot;top&quot;:132.64999694824223,&quot;width&quot;:816.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0.910000026226043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USESOURCEFORMAT_APPLY" val="1"/>
</p:tagLst>
</file>

<file path=ppt/tags/tag729.xml><?xml version="1.0" encoding="utf-8"?>
<p:tagLst xmlns:p="http://schemas.openxmlformats.org/presentationml/2006/main">
  <p:tag name="KSO_WM_SLIDE_ID" val="diagram20234789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diagram"/>
  <p:tag name="KSO_WM_TEMPLATE_INDEX" val="20234789"/>
  <p:tag name="KSO_WM_SLIDE_TYPE" val="text"/>
  <p:tag name="KSO_WM_SLIDE_SUBTYPE" val="diag"/>
  <p:tag name="KSO_WM_SLIDE_SIZE" val="850.05*353.7"/>
  <p:tag name="KSO_WM_SLIDE_POSITION" val="62.05*133.6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730.xml><?xml version="1.0" encoding="utf-8"?>
<p:tagLst xmlns:p="http://schemas.openxmlformats.org/presentationml/2006/main">
  <p:tag name="KSO_WM_UNIT_HIGHLIGHT" val="0"/>
  <p:tag name="KSO_WM_UNIT_TEXT_TYPE" val="1"/>
  <p:tag name="KSO_WM_LAYOUT_CHECK_HASH" val="02be94e30b30bc96d99149ddcd152ad5775e59c5"/>
  <p:tag name="KSO_WM_NEWLAYOUT_ID" val="22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3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73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0583"/>
  <p:tag name="KSO_WM_TEMPLATE_CATEGORY" val="custom"/>
  <p:tag name="KSO_WM_SLIDE_INDEX" val="3"/>
  <p:tag name="KSO_WM_SLIDE_ID" val="custom40480583_7"/>
  <p:tag name="KSO_WM_TEMPLATE_MASTER_TYPE" val="0"/>
  <p:tag name="KSO_WM_SLIDE_LAYOUT" val="a_e"/>
  <p:tag name="KSO_WM_SLIDE_LAYOUT_CNT" val="1_1"/>
  <p:tag name="KSO_WM_TAG_VERSION" val="3.0"/>
</p:tagLst>
</file>

<file path=ppt/tags/tag7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826255ec69f630e62b3657cf197d68cdef05f8"/>
  <p:tag name="KSO_WM_NEWLAYOUT_GROUP_ID" val="layout_2"/>
  <p:tag name="KSO_WM_NEWLAYOUT_ID" val="slide_349f98c92ef8ac01"/>
  <p:tag name="KSO_WM_UNIT_PRESET_TEXT" val="单击此处添加标题"/>
</p:tagLst>
</file>

<file path=ppt/tags/tag734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735.xml><?xml version="1.0" encoding="utf-8"?>
<p:tagLst xmlns:p="http://schemas.openxmlformats.org/presentationml/2006/main">
  <p:tag name="KSO_WM_DIAGRAM_GROUP_CODE" val="1"/>
  <p:tag name="KSO_WM_FIGMA_FLAG" val="#fgm#"/>
  <p:tag name="KSO_DOCER_RESOURCE_TRACE_INFO" val="{&quot;id&quot;:&quot;220962358&quot;,&quot;origin&quot;:0,&quot;type&quot;:&quot;pictures&quot;,&quot;user&quot;:&quot;417061463&quot;}"/>
</p:tagLst>
</file>

<file path=ppt/tags/tag736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</p:tagLst>
</file>

<file path=ppt/tags/tag737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738.xml><?xml version="1.0" encoding="utf-8"?>
<p:tagLst xmlns:p="http://schemas.openxmlformats.org/presentationml/2006/main">
  <p:tag name="KSO_WM_FIGMA_DECORATION_INDEX" val="17"/>
  <p:tag name="$PH_EXT" val="2"/>
  <p:tag name="KSO_WM_DIAGRAM_GROUP_CODE" val="1"/>
  <p:tag name="KSO_WM_FIGMA_FLAG" val="#fgm#"/>
  <p:tag name="KSO_WM_SYNC_SLIDE_TEXT" val="1"/>
  <p:tag name="KSO_WM_UNIT_PRESET_TEXT" val=" "/>
</p:tagLst>
</file>

<file path=ppt/tags/tag739.xml><?xml version="1.0" encoding="utf-8"?>
<p:tagLst xmlns:p="http://schemas.openxmlformats.org/presentationml/2006/main">
  <p:tag name="KSO_WM_DIAGRAM_GROUP_CODE" val="1"/>
  <p:tag name="KSO_WM_FIGMA_FLAG" val="#fgm#"/>
  <p:tag name="KSO_DOCER_RESOURCE_TRACE_INFO" val="{&quot;id&quot;:&quot;221830907&quot;,&quot;origin&quot;:0,&quot;type&quot;:&quot;pictures&quot;,&quot;user&quot;:&quot;417061463&quot;}"/>
</p:tagLst>
</file>

<file path=ppt/tags/tag740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</p:tagLst>
</file>

<file path=ppt/tags/tag741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74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4989"/>
  <p:tag name="KSO_WM_TEMPLATE_SLIDE_ID" val="slide_349f98c92ef8ac01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72_1*i*1"/>
  <p:tag name="KSO_WM_TEMPLATE_CATEGORY" val="custom"/>
  <p:tag name="KSO_WM_TEMPLATE_INDEX" val="20233272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72_1*i*2"/>
  <p:tag name="KSO_WM_TEMPLATE_CATEGORY" val="custom"/>
  <p:tag name="KSO_WM_TEMPLATE_INDEX" val="20233272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3272_1*i*3"/>
  <p:tag name="KSO_WM_TEMPLATE_CATEGORY" val="custom"/>
  <p:tag name="KSO_WM_TEMPLATE_INDEX" val="20233272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33272_1*i*4"/>
  <p:tag name="KSO_WM_TEMPLATE_CATEGORY" val="custom"/>
  <p:tag name="KSO_WM_TEMPLATE_INDEX" val="20233272"/>
  <p:tag name="KSO_WM_UNIT_LAYERLEVEL" val="1"/>
  <p:tag name="KSO_WM_TAG_VERSION" val="3.0"/>
  <p:tag name="KSO_WM_BEAUTIFY_FLAG" val="#wm#"/>
  <p:tag name="KSO_WM_DIAGRAM_COLOR_MATCH_VALUE" val="{}"/>
  <p:tag name="KSO_WM_UNIT_FILL_FORE_SCHEMECOLOR_INDEX" val="5"/>
  <p:tag name="KSO_WM_UNIT_USESOURCEFORMAT_APPLY" val="1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33272_1*i*5"/>
  <p:tag name="KSO_WM_TEMPLATE_CATEGORY" val="custom"/>
  <p:tag name="KSO_WM_TEMPLATE_INDEX" val="20233272"/>
  <p:tag name="KSO_WM_UNIT_LAYERLEVEL" val="1"/>
  <p:tag name="KSO_WM_TAG_VERSION" val="3.0"/>
  <p:tag name="KSO_WM_BEAUTIFY_FLAG" val="#wm#"/>
  <p:tag name="KSO_WM_DIAGRAM_COLOR_MATCH_VALUE" val="{}"/>
  <p:tag name="KSO_WM_UNIT_FILL_FORE_SCHEMECOLOR_INDEX" val="5"/>
  <p:tag name="KSO_WM_UNIT_USESOURCEFORMAT_APPLY" val="1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33272_1*i*6"/>
  <p:tag name="KSO_WM_TEMPLATE_CATEGORY" val="custom"/>
  <p:tag name="KSO_WM_TEMPLATE_INDEX" val="20233272"/>
  <p:tag name="KSO_WM_UNIT_LAYERLEVEL" val="1"/>
  <p:tag name="KSO_WM_TAG_VERSION" val="3.0"/>
  <p:tag name="KSO_WM_BEAUTIFY_FLAG" val="#wm#"/>
  <p:tag name="KSO_WM_DIAGRAM_COLOR_MATCH_VALUE" val="{}"/>
  <p:tag name="KSO_WM_UNIT_FILL_FORE_SCHEMECOLOR_INDEX" val="5"/>
  <p:tag name="KSO_WM_UNIT_USESOURCEFORMAT_APPLY" val="1"/>
</p:tagLst>
</file>

<file path=ppt/tags/tag74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438_2*l_h_f*1_1_1"/>
  <p:tag name="KSO_WM_TEMPLATE_CATEGORY" val="diagram"/>
  <p:tag name="KSO_WM_TEMPLATE_INDEX" val="2023543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LAYER_COUNT" val="1"/>
  <p:tag name="KSO_WM_DIAGRAM_GROUP_CODE" val="l1-1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单击此处添加正文，文字是您思想的提炼，请言简意赅的阐述您的观点。文字是您思想的提炼，为了最终演示发布的良好效果，根据需要可酌情增减文字，以便观者可以准确理解您所传达的信息。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657.7500787401575,&quot;left&quot;:-226.45,&quot;top&quot;:75.42496062992123,&quot;width&quot;:1292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438_2*l_h_a*1_1_1"/>
  <p:tag name="KSO_WM_TEMPLATE_CATEGORY" val="diagram"/>
  <p:tag name="KSO_WM_TEMPLATE_INDEX" val="2023543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657.7500787401575,&quot;left&quot;:-226.45,&quot;top&quot;:75.42496062992123,&quot;width&quot;:1292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5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438_2*l_h_f*1_2_1"/>
  <p:tag name="KSO_WM_TEMPLATE_CATEGORY" val="diagram"/>
  <p:tag name="KSO_WM_TEMPLATE_INDEX" val="2023543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LAYER_COUNT" val="1"/>
  <p:tag name="KSO_WM_DIAGRAM_GROUP_CODE" val="l1-1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单击此处添加正文，文字是您思想的提炼，请言简意赅的阐述您的观点。文字是您思想的提炼，为了最终演示发布的良好效果，请尽量言简意赅的阐述观点。根据需要可酌情增减文字，以便观者可以准确理解您所传达的信息。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657.7500787401575,&quot;left&quot;:-226.45,&quot;top&quot;:75.42496062992123,&quot;width&quot;:1292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438_2*l_h_a*1_2_1"/>
  <p:tag name="KSO_WM_TEMPLATE_CATEGORY" val="diagram"/>
  <p:tag name="KSO_WM_TEMPLATE_INDEX" val="2023543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657.7500787401575,&quot;left&quot;:-226.45,&quot;top&quot;:75.42496062992123,&quot;width&quot;:1292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5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438_2*l_h_f*1_3_1"/>
  <p:tag name="KSO_WM_TEMPLATE_CATEGORY" val="diagram"/>
  <p:tag name="KSO_WM_TEMPLATE_INDEX" val="2023543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LAYER_COUNT" val="1"/>
  <p:tag name="KSO_WM_DIAGRAM_GROUP_CODE" val="l1-1"/>
  <p:tag name="KSO_WM_UNIT_PRESET_TEXT" val="单击此处输入你的正文，文字是您思想的提炼，为了最终演示发布的良好效果，请尽量言简意赅的阐述观点。根据需要可酌情增减文字，以便观者可以准确理解您所传达的信息。文字是您思想的提炼，请言简意赅的阐述您的观点。文字是您思想的提炼，为了最终演示发布的良好效果，请尽量言简意赅的阐述观点。根据需要可酌情增减文字，以便观者可以准确理解您所传达的信息。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657.7500787401575,&quot;left&quot;:-226.45,&quot;top&quot;:75.42496062992123,&quot;width&quot;:1292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438_2*l_h_a*1_3_1"/>
  <p:tag name="KSO_WM_TEMPLATE_CATEGORY" val="diagram"/>
  <p:tag name="KSO_WM_TEMPLATE_INDEX" val="20235438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内容"/>
  <p:tag name="KSO_WM_UNIT_TEXT_FILL_FORE_SCHEMECOLOR_INDEX" val="1"/>
  <p:tag name="KSO_WM_UNIT_TEXT_FILL_TYPE" val="1"/>
  <p:tag name="KSO_WM_UNIT_TEXT_TYPE" val="1"/>
  <p:tag name="KSO_WM_DIAGRAM_MAX_ITEMCNT" val="3"/>
  <p:tag name="KSO_WM_DIAGRAM_MIN_ITEMCNT" val="2"/>
  <p:tag name="KSO_WM_DIAGRAM_VIRTUALLY_FRAME" val="{&quot;height&quot;:657.7500787401575,&quot;left&quot;:-226.45,&quot;top&quot;:75.42496062992123,&quot;width&quot;:1292.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72_1*a*1"/>
  <p:tag name="KSO_WM_TEMPLATE_CATEGORY" val="custom"/>
  <p:tag name="KSO_WM_TEMPLATE_INDEX" val="20233272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756.xml><?xml version="1.0" encoding="utf-8"?>
<p:tagLst xmlns:p="http://schemas.openxmlformats.org/presentationml/2006/main">
  <p:tag name="KSO_WM_SLIDE_ID" val="custom20233272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3272"/>
  <p:tag name="KSO_WM_SLIDE_TYPE" val="text"/>
  <p:tag name="KSO_WM_SLIDE_SUBTYPE" val="picTxt"/>
  <p:tag name="KSO_WM_SLIDE_SIZE" val="408.189*333.15"/>
  <p:tag name="KSO_WM_SLIDE_POSITION" val="48.05*158.15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10&quot;:[50062373,50062464,50059559,50062482,50062380,50062287,21589723,3504999,50042301],&quot;65&quot;:[40480583]}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3220_1*i*1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3220_1*i*2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UNIT_USESOURCEFORMAT_APPLY" val="1"/>
</p:tagLst>
</file>

<file path=ppt/tags/tag759.xml><?xml version="1.0" encoding="utf-8"?>
<p:tagLst xmlns:p="http://schemas.openxmlformats.org/presentationml/2006/main">
  <p:tag name="KSO_WM_UNIT_VALUE" val="1273*58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220_1*d*1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  <p:tag name="KSO_WM_UNIT_PICTURE_SUBTYPE" val="b"/>
  <p:tag name="KSO_WM_UNIT_FILL_FORE_SCHEMECOLOR_INDEX" val="5"/>
  <p:tag name="KSO_WM_UNIT_FILL_TYPE" val="1"/>
  <p:tag name="KSO_DOCER_RESOURCE_TRACE_INFO" val="{&quot;id&quot;:&quot;221233863&quot;,&quot;origin&quot;:0,&quot;type&quot;:&quot;pictures&quot;,&quot;user&quot;:&quot;417061463&quot;}"/>
</p:tagLst>
</file>

<file path=ppt/tags/tag7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20_1*a*1"/>
  <p:tag name="KSO_WM_TEMPLATE_CATEGORY" val="custom"/>
  <p:tag name="KSO_WM_TEMPLATE_INDEX" val="20233220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i*1_1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62.xml><?xml version="1.0" encoding="utf-8"?>
<p:tagLst xmlns:p="http://schemas.openxmlformats.org/presentationml/2006/main"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f*1_1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单击此处添加正文，文字是您思想的提炼，请言简意赅阐述内容。"/>
  <p:tag name="KSO_WM_UNIT_LINE_FORE_SCHEMECOLOR_INDEX" val="-2"/>
  <p:tag name="KSO_WM_UNIT_TEXT_TYPE" val="1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63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a*1_1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添加项标题"/>
  <p:tag name="KSO_WM_UNIT_LINE_FORE_SCHEMECOLOR_INDEX" val="-2"/>
  <p:tag name="KSO_WM_UNIT_TEXT_TYPE" val="1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i*1_2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65.xml><?xml version="1.0" encoding="utf-8"?>
<p:tagLst xmlns:p="http://schemas.openxmlformats.org/presentationml/2006/main"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f*1_2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单击添加正文，文字是您思想的提炼，请言简意赅阐述内容。"/>
  <p:tag name="KSO_WM_UNIT_LINE_FORE_SCHEMECOLOR_INDEX" val="-2"/>
  <p:tag name="KSO_WM_UNIT_TEXT_TYPE" val="1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66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a*1_2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添加项标题"/>
  <p:tag name="KSO_WM_UNIT_LINE_FORE_SCHEMECOLOR_INDEX" val="-2"/>
  <p:tag name="KSO_WM_UNIT_TEXT_TYPE" val="1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i*1_3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68.xml><?xml version="1.0" encoding="utf-8"?>
<p:tagLst xmlns:p="http://schemas.openxmlformats.org/presentationml/2006/main"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f*1_3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单击此处添加正文，文字是您思想的提炼，请言简意赅阐述内容。"/>
  <p:tag name="KSO_WM_UNIT_LINE_FORE_SCHEMECOLOR_INDEX" val="-2"/>
  <p:tag name="KSO_WM_UNIT_TEXT_TYPE" val="1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69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a*1_3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PRESET_TEXT" val="添加项标题"/>
  <p:tag name="KSO_WM_UNIT_LINE_FORE_SCHEMECOLOR_INDEX" val="-2"/>
  <p:tag name="KSO_WM_UNIT_TEXT_TYPE" val="1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70.xml><?xml version="1.0" encoding="utf-8"?>
<p:tagLst xmlns:p="http://schemas.openxmlformats.org/presentationml/2006/main">
  <p:tag name="KSO_WM_UNIT_VALUE" val="92*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x*1_2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771.xml><?xml version="1.0" encoding="utf-8"?>
<p:tagLst xmlns:p="http://schemas.openxmlformats.org/presentationml/2006/main">
  <p:tag name="KSO_WM_UNIT_VALUE" val="92*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x*1_3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772.xml><?xml version="1.0" encoding="utf-8"?>
<p:tagLst xmlns:p="http://schemas.openxmlformats.org/presentationml/2006/main">
  <p:tag name="KSO_WM_UNIT_VALUE" val="92*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5674_2*l_h_x*1_1_1"/>
  <p:tag name="KSO_WM_TEMPLATE_CATEGORY" val="diagram"/>
  <p:tag name="KSO_WM_TEMPLATE_INDEX" val="202356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21.6500015258789,&quot;left&quot;:256.7125196850394,&quot;top&quot;:175.5999984741211,&quot;width&quot;:654.0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773.xml><?xml version="1.0" encoding="utf-8"?>
<p:tagLst xmlns:p="http://schemas.openxmlformats.org/presentationml/2006/main">
  <p:tag name="KSO_WM_SLIDE_ID" val="custom20233220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220"/>
  <p:tag name="KSO_WM_SLIDE_TYPE" val="text"/>
  <p:tag name="KSO_WM_SLIDE_SUBTYPE" val="picTxt"/>
  <p:tag name="KSO_WM_SLIDE_SIZE" val="541.725*158.557"/>
  <p:tag name="KSO_WM_SLIDE_POSITION" val="317.913*218.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resource_record_key" val="{&quot;10&quot;:[21559958,50028833,20281133],&quot;65&quot;:[40480583]}"/>
</p:tagLst>
</file>

<file path=ppt/tags/tag7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4786_1*a*1"/>
  <p:tag name="KSO_WM_TEMPLATE_CATEGORY" val="custom"/>
  <p:tag name="KSO_WM_TEMPLATE_INDEX" val="20234786"/>
  <p:tag name="KSO_WM_UNIT_LAYERLEVEL" val="1"/>
  <p:tag name="KSO_WM_TAG_VERSION" val="3.0"/>
  <p:tag name="KSO_WM_BEAUTIFY_FLAG" val="#wm#"/>
  <p:tag name="KSO_WM_UNIT_VALUE" val="16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4786_1*i*1"/>
  <p:tag name="KSO_WM_TEMPLATE_CATEGORY" val="custom"/>
  <p:tag name="KSO_WM_TEMPLATE_INDEX" val="20234786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776.xml><?xml version="1.0" encoding="utf-8"?>
<p:tagLst xmlns:p="http://schemas.openxmlformats.org/presentationml/2006/main">
  <p:tag name="KSO_WM_UNIT_VALUE" val="1342*146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4786_1*d*1"/>
  <p:tag name="KSO_WM_TEMPLATE_CATEGORY" val="custom"/>
  <p:tag name="KSO_WM_TEMPLATE_INDEX" val="20234786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SHADOW_SCHEMECOLOR_INDEX" val="5"/>
  <p:tag name="KSO_WM_UNIT_USESOURCEFORMAT_APPLY" val="1"/>
  <p:tag name="KSO_DOCER_RESOURCE_TRACE_INFO" val="{&quot;id&quot;:&quot;221766915&quot;,&quot;origin&quot;:0,&quot;type&quot;:&quot;pictures&quot;,&quot;user&quot;:&quot;417061463&quot;}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410_1*l_i*1_1"/>
  <p:tag name="KSO_WM_TEMPLATE_CATEGORY" val="diagram"/>
  <p:tag name="KSO_WM_TEMPLATE_INDEX" val="20235410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60.8500061035156,&quot;left&quot;:46.312521362304686,&quot;top&quot;:130.89999694824218,&quot;width&quot;:409.9249572753906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410_1*l_h_f*1_1_1"/>
  <p:tag name="KSO_WM_TEMPLATE_CATEGORY" val="diagram"/>
  <p:tag name="KSO_WM_TEMPLATE_INDEX" val="20235410"/>
  <p:tag name="KSO_WM_UNIT_LAYERLEVEL" val="1_1_1"/>
  <p:tag name="KSO_WM_TAG_VERSION" val="3.0"/>
  <p:tag name="KSO_WM_DIAGRAM_VIRTUALLY_FRAME" val="{&quot;height&quot;:360.8500061035156,&quot;left&quot;:46.312521362304686,&quot;top&quot;:130.89999694824218,&quot;width&quot;:409.9249572753906}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输入你的正文，文字是您思想的提炼，为了最终演示发布的良好效果，请尽量言简意赅的阐述观点。根据需要可酌情增减文字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410_1*l_h_a*1_1_1"/>
  <p:tag name="KSO_WM_TEMPLATE_CATEGORY" val="diagram"/>
  <p:tag name="KSO_WM_TEMPLATE_INDEX" val="20235410"/>
  <p:tag name="KSO_WM_UNIT_LAYERLEVEL" val="1_1_1"/>
  <p:tag name="KSO_WM_TAG_VERSION" val="3.0"/>
  <p:tag name="KSO_WM_DIAGRAM_VIRTUALLY_FRAME" val="{&quot;height&quot;:360.8500061035156,&quot;left&quot;:46.312521362304686,&quot;top&quot;:130.89999694824218,&quot;width&quot;:409.9249572753906}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项目的标题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5410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60.8500061035156,&quot;left&quot;:46.312521362304686,&quot;top&quot;:130.89999694824218,&quot;width&quot;:409.92495727539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0_1*l_h_i*1_1_1"/>
  <p:tag name="KSO_WM_UNIT_USESOURCEFORMAT_APPLY" val="1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410_1*l_h_x*1_1_1"/>
  <p:tag name="KSO_WM_TEMPLATE_CATEGORY" val="diagram"/>
  <p:tag name="KSO_WM_TEMPLATE_INDEX" val="20235410"/>
  <p:tag name="KSO_WM_UNIT_LAYERLEVEL" val="1_1_1"/>
  <p:tag name="KSO_WM_TAG_VERSION" val="3.0"/>
  <p:tag name="KSO_WM_UNIT_VALUE" val="70*70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60.8500061035156,&quot;left&quot;:46.312521362304686,&quot;top&quot;:130.89999694824218,&quot;width&quot;:409.924957275390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78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diagram20235410_1*l_h_f*1_2_1"/>
  <p:tag name="KSO_WM_TEMPLATE_CATEGORY" val="diagram"/>
  <p:tag name="KSO_WM_TEMPLATE_INDEX" val="20235410"/>
  <p:tag name="KSO_WM_UNIT_LAYERLEVEL" val="1_1_1"/>
  <p:tag name="KSO_WM_TAG_VERSION" val="3.0"/>
  <p:tag name="KSO_WM_DIAGRAM_VIRTUALLY_FRAME" val="{&quot;height&quot;:360.8500061035156,&quot;left&quot;:46.312521362304686,&quot;top&quot;:130.89999694824218,&quot;width&quot;:409.9249572753906}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输入你的正文，文字是您思想的提炼，为了最终演示发布的良好效果，请尽量言简意赅的阐述观点。以便观者可以准确理解您所传达的信息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410_1*l_h_a*1_2_1"/>
  <p:tag name="KSO_WM_TEMPLATE_CATEGORY" val="diagram"/>
  <p:tag name="KSO_WM_TEMPLATE_INDEX" val="20235410"/>
  <p:tag name="KSO_WM_UNIT_LAYERLEVEL" val="1_1_1"/>
  <p:tag name="KSO_WM_TAG_VERSION" val="3.0"/>
  <p:tag name="KSO_WM_DIAGRAM_VIRTUALLY_FRAME" val="{&quot;height&quot;:360.8500061035156,&quot;left&quot;:46.312521362304686,&quot;top&quot;:130.89999694824218,&quot;width&quot;:409.9249572753906}"/>
  <p:tag name="KSO_WM_DIAGRAM_GROUP_CODE" val="l1-1"/>
  <p:tag name="KSO_WM_DIAGRAM_VERSION" val="3"/>
  <p:tag name="KSO_WM_DIAGRAM_COLOR_TRICK" val="1"/>
  <p:tag name="KSO_WM_DIAGRAM_COLOR_TEXT_CAN_REMOVE" val="n"/>
  <p:tag name="KSO_WM_UNIT_PRESET_TEXT" val="单击此处添加项目的标题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5410"/>
  <p:tag name="KSO_WM_UNIT_LAYERLEVEL" val="1_1_1"/>
  <p:tag name="KSO_WM_TAG_VERSION" val="3.0"/>
  <p:tag name="KSO_WM_DIAGRAM_MAX_ITEMCNT" val="5"/>
  <p:tag name="KSO_WM_DIAGRAM_MIN_ITEMCNT" val="2"/>
  <p:tag name="KSO_WM_DIAGRAM_VIRTUALLY_FRAME" val="{&quot;height&quot;:360.8500061035156,&quot;left&quot;:46.312521362304686,&quot;top&quot;:130.89999694824218,&quot;width&quot;:409.924957275390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5410_1*l_h_i*1_2_1"/>
  <p:tag name="KSO_WM_UNIT_USESOURCEFORMAT_APPLY" val="1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410_1*l_h_x*1_2_1"/>
  <p:tag name="KSO_WM_TEMPLATE_CATEGORY" val="diagram"/>
  <p:tag name="KSO_WM_TEMPLATE_INDEX" val="20235410"/>
  <p:tag name="KSO_WM_UNIT_LAYERLEVEL" val="1_1_1"/>
  <p:tag name="KSO_WM_TAG_VERSION" val="3.0"/>
  <p:tag name="KSO_WM_UNIT_VALUE" val="70*70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60.8500061035156,&quot;left&quot;:46.312521362304686,&quot;top&quot;:130.89999694824218,&quot;width&quot;:409.924957275390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786.xml><?xml version="1.0" encoding="utf-8"?>
<p:tagLst xmlns:p="http://schemas.openxmlformats.org/presentationml/2006/main">
  <p:tag name="KSO_WM_SLIDE_ID" val="custom20234786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2"/>
  <p:tag name="KSO_WM_SLIDE_INDEX" val="1"/>
  <p:tag name="KSO_WM_SLIDE_SIZE" val="408.15*360.15"/>
  <p:tag name="KSO_WM_SLIDE_POSITION" val="47.2*131.25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4786"/>
  <p:tag name="KSO_WM_SLIDE_LAYOUT" val="a_d_l"/>
  <p:tag name="KSO_WM_SLIDE_LAYOUT_CNT" val="1_1_1"/>
  <p:tag name="resource_record_key" val="{&quot;10&quot;:[4523943,50028023],&quot;65&quot;:[40480583]}"/>
</p:tagLst>
</file>

<file path=ppt/tags/tag7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ae6251c4d9ab7c6c6606ba8d4d9c8b3bf4b164"/>
  <p:tag name="KSO_WM_NEWLAYOUT_GROUP_ID" val="layout_38"/>
  <p:tag name="KSO_WM_NEWLAYOUT_ID" val="slide_3e4f13ddd7dc8528"/>
  <p:tag name="KSO_WM_UNIT_PRESET_TEXT" val="单击此处添加标题"/>
</p:tagLst>
</file>

<file path=ppt/tags/tag788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789.xml><?xml version="1.0" encoding="utf-8"?>
<p:tagLst xmlns:p="http://schemas.openxmlformats.org/presentationml/2006/main">
  <p:tag name="KSO_WM_DIAGRAM_GROUP_CODE" val="1"/>
  <p:tag name="KSO_WM_FIGMA_FLAG" val="#fgm#"/>
  <p:tag name="KSO_DOCER_RESOURCE_TRACE_INFO" val="{&quot;id&quot;:&quot;221481335&quot;,&quot;origin&quot;:0,&quot;type&quot;:&quot;pictures&quot;,&quot;user&quot;:&quot;417061463&quot;}"/>
</p:tagLst>
</file>

<file path=ppt/tags/tag790.xml><?xml version="1.0" encoding="utf-8"?>
<p:tagLst xmlns:p="http://schemas.openxmlformats.org/presentationml/2006/main">
  <p:tag name="KSO_WM_DIAGRAM_GROUP_CODE" val="1"/>
  <p:tag name="KSO_WM_FIGMA_FLAG" val="#fgm#"/>
  <p:tag name="KSO_WM_UNIT_PRESET_TEXT" val="项标题"/>
</p:tagLst>
</file>

<file path=ppt/tags/tag791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792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793.xml><?xml version="1.0" encoding="utf-8"?>
<p:tagLst xmlns:p="http://schemas.openxmlformats.org/presentationml/2006/main">
  <p:tag name="KSO_WM_DIAGRAM_GROUP_CODE" val="1"/>
  <p:tag name="KSO_WM_FIGMA_FLAG" val="#fgm#"/>
  <p:tag name="KSO_DOCER_RESOURCE_TRACE_INFO" val="{&quot;id&quot;:&quot;221436499&quot;,&quot;origin&quot;:0,&quot;type&quot;:&quot;pictures&quot;,&quot;user&quot;:&quot;417061463&quot;}"/>
</p:tagLst>
</file>

<file path=ppt/tags/tag794.xml><?xml version="1.0" encoding="utf-8"?>
<p:tagLst xmlns:p="http://schemas.openxmlformats.org/presentationml/2006/main">
  <p:tag name="KSO_WM_DIAGRAM_GROUP_CODE" val="1"/>
  <p:tag name="KSO_WM_FIGMA_FLAG" val="#fgm#"/>
  <p:tag name="KSO_WM_UNIT_PRESET_TEXT" val="项标题"/>
</p:tagLst>
</file>

<file path=ppt/tags/tag795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796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797.xml><?xml version="1.0" encoding="utf-8"?>
<p:tagLst xmlns:p="http://schemas.openxmlformats.org/presentationml/2006/main">
  <p:tag name="KSO_WM_DIAGRAM_GROUP_CODE" val="1"/>
  <p:tag name="KSO_WM_FIGMA_FLAG" val="#fgm#"/>
  <p:tag name="KSO_DOCER_RESOURCE_TRACE_INFO" val="{&quot;id&quot;:&quot;220921581&quot;,&quot;origin&quot;:0,&quot;type&quot;:&quot;pictures&quot;,&quot;user&quot;:&quot;417061463&quot;}"/>
</p:tagLst>
</file>

<file path=ppt/tags/tag798.xml><?xml version="1.0" encoding="utf-8"?>
<p:tagLst xmlns:p="http://schemas.openxmlformats.org/presentationml/2006/main">
  <p:tag name="KSO_WM_DIAGRAM_GROUP_CODE" val="1"/>
  <p:tag name="KSO_WM_FIGMA_FLAG" val="#fgm#"/>
  <p:tag name="KSO_WM_UNIT_PRESET_TEXT" val="项标题"/>
</p:tagLst>
</file>

<file path=ppt/tags/tag799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80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4989"/>
  <p:tag name="KSO_WM_TEMPLATE_SLIDE_ID" val="slide_3e4f13ddd7dc8528"/>
</p:tagLst>
</file>

<file path=ppt/tags/tag801.xml><?xml version="1.0" encoding="utf-8"?>
<p:tagLst xmlns:p="http://schemas.openxmlformats.org/presentationml/2006/main">
  <p:tag name="KSO_WM_UNIT_HIGHLIGHT" val="0"/>
  <p:tag name="KSO_WM_UNIT_TEXT_TYPE" val="1"/>
  <p:tag name="KSO_WM_LAYOUT_CHECK_HASH" val="02be94e30b30bc96d99149ddcd152ad5775e59c5"/>
  <p:tag name="KSO_WM_NEWLAYOUT_ID" val="22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0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583"/>
  <p:tag name="KSO_WM_TEMPLATE_CATEGORY" val="custom"/>
</p:tagLst>
</file>

<file path=ppt/tags/tag80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0583"/>
  <p:tag name="KSO_WM_TEMPLATE_CATEGORY" val="custom"/>
  <p:tag name="KSO_WM_SLIDE_INDEX" val="3"/>
  <p:tag name="KSO_WM_SLIDE_ID" val="custom40480583_7"/>
  <p:tag name="KSO_WM_TEMPLATE_MASTER_TYPE" val="0"/>
  <p:tag name="KSO_WM_SLIDE_LAYOUT" val="a_e"/>
  <p:tag name="KSO_WM_SLIDE_LAYOUT_CNT" val="1_1"/>
  <p:tag name="KSO_WM_TAG_VERSION" val="3.0"/>
</p:tagLst>
</file>

<file path=ppt/tags/tag8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741ac930574a4ec0864721fb0d3af245f504fb"/>
  <p:tag name="KSO_WM_NEWLAYOUT_GROUP_ID" val="layout_48"/>
  <p:tag name="KSO_WM_NEWLAYOUT_ID" val="slide_e5e493f69f279955"/>
  <p:tag name="KSO_WM_UNIT_PRESET_TEXT" val="单击此处添加标题"/>
</p:tagLst>
</file>

<file path=ppt/tags/tag805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806.xml><?xml version="1.0" encoding="utf-8"?>
<p:tagLst xmlns:p="http://schemas.openxmlformats.org/presentationml/2006/main">
  <p:tag name="KSO_WM_DIAGRAM_GROUP_CODE" val="1"/>
  <p:tag name="KSO_WM_FIGMA_FLAG" val="#fgm#"/>
  <p:tag name="KSO_DOCER_RESOURCE_TRACE_INFO" val="{&quot;id&quot;:&quot;220988821&quot;,&quot;origin&quot;:0,&quot;type&quot;:&quot;pictures&quot;,&quot;user&quot;:&quot;417061463&quot;}"/>
</p:tagLst>
</file>

<file path=ppt/tags/tag807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</p:tagLst>
</file>

<file path=ppt/tags/tag808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809.xml><?xml version="1.0" encoding="utf-8"?>
<p:tagLst xmlns:p="http://schemas.openxmlformats.org/presentationml/2006/main">
  <p:tag name="KSO_WM_FIGMA_DECORATION_INDEX" val="18"/>
  <p:tag name="$PH_EXT" val="2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PRESET_TEXT" val=" "/>
</p:tagLst>
</file>

<file path=ppt/tags/tag810.xml><?xml version="1.0" encoding="utf-8"?>
<p:tagLst xmlns:p="http://schemas.openxmlformats.org/presentationml/2006/main">
  <p:tag name="KSO_WM_DIAGRAM_GROUP_CODE" val="1"/>
  <p:tag name="KSO_WM_FIGMA_FLAG" val="#fgm#"/>
  <p:tag name="KSO_DOCER_RESOURCE_TRACE_INFO" val="{&quot;id&quot;:&quot;221630600&quot;,&quot;origin&quot;:0,&quot;type&quot;:&quot;pictures&quot;,&quot;user&quot;:&quot;417061463&quot;}"/>
</p:tagLst>
</file>

<file path=ppt/tags/tag811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标题"/>
</p:tagLst>
</file>

<file path=ppt/tags/tag812.xml><?xml version="1.0" encoding="utf-8"?>
<p:tagLst xmlns:p="http://schemas.openxmlformats.org/presentationml/2006/main">
  <p:tag name="KSO_WM_DIAGRAM_GROUP_CODE" val="1"/>
  <p:tag name="KSO_WM_FIGMA_FLAG" val="#fgm#"/>
  <p:tag name="KSO_WM_UNIT_PRESET_TEXT" val="单击此处添加项正文"/>
</p:tagLst>
</file>

<file path=ppt/tags/tag81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4989"/>
  <p:tag name="KSO_WM_TEMPLATE_SLIDE_ID" val="slide_e5e493f69f279955"/>
</p:tagLst>
</file>

<file path=ppt/tags/tag8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4748_1*a*1"/>
  <p:tag name="KSO_WM_TEMPLATE_CATEGORY" val="custom"/>
  <p:tag name="KSO_WM_TEMPLATE_INDEX" val="20234748"/>
  <p:tag name="KSO_WM_UNIT_LAYERLEVEL" val="1"/>
  <p:tag name="KSO_WM_TAG_VERSION" val="3.0"/>
  <p:tag name="KSO_WM_BEAUTIFY_FLAG" val="#wm#"/>
  <p:tag name="KSO_WM_UNIT_VALUE" val="28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4748_1*i*1"/>
  <p:tag name="KSO_WM_TEMPLATE_CATEGORY" val="custom"/>
  <p:tag name="KSO_WM_TEMPLATE_INDEX" val="20234748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816.xml><?xml version="1.0" encoding="utf-8"?>
<p:tagLst xmlns:p="http://schemas.openxmlformats.org/presentationml/2006/main">
  <p:tag name="KSO_WM_UNIT_VALUE" val="1299*14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4748_1*d*1"/>
  <p:tag name="KSO_WM_TEMPLATE_CATEGORY" val="custom"/>
  <p:tag name="KSO_WM_TEMPLATE_INDEX" val="20234748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4748_1*i*2"/>
  <p:tag name="KSO_WM_TEMPLATE_CATEGORY" val="custom"/>
  <p:tag name="KSO_WM_TEMPLATE_INDEX" val="2023474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4748_1*i*3"/>
  <p:tag name="KSO_WM_TEMPLATE_CATEGORY" val="custom"/>
  <p:tag name="KSO_WM_TEMPLATE_INDEX" val="2023474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8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5509_2*l_h_a*1_1_1"/>
  <p:tag name="KSO_WM_TEMPLATE_CATEGORY" val="diagram"/>
  <p:tag name="KSO_WM_TEMPLATE_INDEX" val="2023550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PRESET_TEXT" val="单击添加项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9.25,&quot;left&quot;:52.35,&quot;top&quot;:107.5,&quot;width&quot;:467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20.xml><?xml version="1.0" encoding="utf-8"?>
<p:tagLst xmlns:p="http://schemas.openxmlformats.org/presentationml/2006/main">
  <p:tag name="KSO_WM_SLIDE_ID" val="custom20234748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408.2*330.8"/>
  <p:tag name="KSO_WM_SLIDE_POSITION" val="47.85*161.25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4748"/>
  <p:tag name="KSO_WM_SLIDE_LAYOUT" val="a_d_l"/>
  <p:tag name="KSO_WM_SLIDE_LAYOUT_CNT" val="1_1_1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i*1_1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solid&quot;:{&quot;brightness&quot;:0,&quot;colorType&quot;:1,&quot;foreColorIndex&quot;:5,&quot;transparency&quot;:0.3300000131130218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i*1_2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gradient&quot;:[{&quot;brightness&quot;:0,&quot;colorType&quot;:1,&quot;foreColorIndex&quot;:5,&quot;pos&quot;:0,&quot;transparency&quot;:0.25},{&quot;brightness&quot;:0,&quot;colorType&quot;:1,&quot;foreColorIndex&quot;:5,&quot;pos&quot;:0.680000007152557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i*1_3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solid&quot;:{&quot;brightness&quot;:0,&quot;colorType&quot;:1,&quot;foreColorIndex&quot;:5,&quot;transparency&quot;:0.870000004768371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1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diagram20232454_2*l_h_i*1_1_1"/>
  <p:tag name="KSO_WM_TEMPLATE_CATEGORY" val="diagram"/>
  <p:tag name="KSO_WM_TEMPLATE_INDEX" val="20232454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2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diagram20232454_2*l_h_i*1_2_1"/>
  <p:tag name="KSO_WM_TEMPLATE_CATEGORY" val="diagram"/>
  <p:tag name="KSO_WM_TEMPLATE_INDEX" val="20232454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l_h_i*1_3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diagram20232454_2*l_h_i*1_3_1"/>
  <p:tag name="KSO_WM_TEMPLATE_CATEGORY" val="diagram"/>
  <p:tag name="KSO_WM_TEMPLATE_INDEX" val="20232454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8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2454_2*l_h_a*1_1_1"/>
  <p:tag name="KSO_WM_TEMPLATE_CATEGORY" val="diagram"/>
  <p:tag name="KSO_WM_TEMPLATE_INDEX" val="20232454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2*a*1"/>
  <p:tag name="KSO_WM_TEMPLATE_CATEGORY" val="diagram"/>
  <p:tag name="KSO_WM_TEMPLATE_INDEX" val="20232454"/>
  <p:tag name="KSO_WM_UNIT_LAYERLEVEL" val="1"/>
  <p:tag name="KSO_WM_TAG_VERSION" val="3.0"/>
  <p:tag name="KSO_WM_UNIT_ISCONTENTSTITLE" val="0"/>
  <p:tag name="KSO_WM_UNIT_ISNUMDGMTITLE" val="0"/>
  <p:tag name="KSO_WM_UNIT_NOCLEAR" val="0"/>
  <p:tag name="KSO_WM_UNIT_VALUE" val="25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8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2454_2*l_h_a*1_2_1"/>
  <p:tag name="KSO_WM_TEMPLATE_CATEGORY" val="diagram"/>
  <p:tag name="KSO_WM_TEMPLATE_INDEX" val="20232454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diagram20232454_2*l_h_a*1_3_1"/>
  <p:tag name="KSO_WM_TEMPLATE_CATEGORY" val="diagram"/>
  <p:tag name="KSO_WM_TEMPLATE_INDEX" val="20232454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50"/>
  <p:tag name="KSO_WM_UNIT_TYPE" val="l_h_x"/>
  <p:tag name="KSO_WM_UNIT_INDEX" val="1_1_1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36*140"/>
  <p:tag name="KSO_WM_UNIT_TYPE" val="l_h_x"/>
  <p:tag name="KSO_WM_UNIT_INDEX" val="1_2_1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2*l_h_x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37"/>
  <p:tag name="KSO_WM_UNIT_TYPE" val="l_h_x"/>
  <p:tag name="KSO_WM_UNIT_INDEX" val="1_3_1"/>
  <p:tag name="KSO_WM_DIAGRAM_MAX_ITEMCNT" val="5"/>
  <p:tag name="KSO_WM_DIAGRAM_MIN_ITEMCNT" val="2"/>
  <p:tag name="KSO_WM_DIAGRAM_VIRTUALLY_FRAME" val="{&quot;height&quot;:418.8055118110236,&quot;left&quot;:-0.33048005351865867,&quot;top&quot;:121.50086614173229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837.xml><?xml version="1.0" encoding="utf-8"?>
<p:tagLst xmlns:p="http://schemas.openxmlformats.org/presentationml/2006/main">
  <p:tag name="KSO_WM_SLIDE_ID" val="diagram20232454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2454"/>
  <p:tag name="KSO_WM_SLIDE_TYPE" val="text"/>
  <p:tag name="KSO_WM_SLIDE_SUBTYPE" val="diag"/>
  <p:tag name="KSO_WM_SLIDE_SIZE" val="960.331*418.806"/>
  <p:tag name="KSO_WM_SLIDE_POSITION" val="-0.330472*121.501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10&quot;:[4527107,21538861],&quot;65&quot;:[40480583]}"/>
</p:tagLst>
</file>

<file path=ppt/tags/tag838.xml><?xml version="1.0" encoding="utf-8"?>
<p:tagLst xmlns:p="http://schemas.openxmlformats.org/presentationml/2006/main">
  <p:tag name="resource_record_key" val="{&quot;10&quot;:[50062314,50059489,50062365,50062373,50062464,50059559,50062482,50062380,50062287,21589723,3504999,50042301,4530215,21559958,50028833,20281133,4527107,21538861,4523943,50028023],&quot;65&quot;:[40480583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27">
      <a:dk1>
        <a:srgbClr val="000000"/>
      </a:dk1>
      <a:lt1>
        <a:srgbClr val="FFFFFF"/>
      </a:lt1>
      <a:dk2>
        <a:srgbClr val="29354D"/>
      </a:dk2>
      <a:lt2>
        <a:srgbClr val="EFF0F6"/>
      </a:lt2>
      <a:accent1>
        <a:srgbClr val="4E62A6"/>
      </a:accent1>
      <a:accent2>
        <a:srgbClr val="FB9F66"/>
      </a:accent2>
      <a:accent3>
        <a:srgbClr val="F15332"/>
      </a:accent3>
      <a:accent4>
        <a:srgbClr val="FF8549"/>
      </a:accent4>
      <a:accent5>
        <a:srgbClr val="829EFF"/>
      </a:accent5>
      <a:accent6>
        <a:srgbClr val="70AD47"/>
      </a:accent6>
      <a:hlink>
        <a:srgbClr val="000000"/>
      </a:hlink>
      <a:folHlink>
        <a:srgbClr val="954F72"/>
      </a:folHlink>
    </a:clrScheme>
    <a:fontScheme name="自定义 2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2588</Words>
  <Application>WPS Presentation</Application>
  <PresentationFormat>宽屏</PresentationFormat>
  <Paragraphs>297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Arial</vt:lpstr>
      <vt:lpstr>SimSun</vt:lpstr>
      <vt:lpstr>Wingdings</vt:lpstr>
      <vt:lpstr>Microsoft YaHei</vt:lpstr>
      <vt:lpstr>汉仪旗黑</vt:lpstr>
      <vt:lpstr>思源黑体 CN Normal</vt:lpstr>
      <vt:lpstr>汉仪中黑KW</vt:lpstr>
      <vt:lpstr>Arial Unicode MS</vt:lpstr>
      <vt:lpstr>Calibri</vt:lpstr>
      <vt:lpstr>Helvetica Neue</vt:lpstr>
      <vt:lpstr>华康行楷体 W5</vt:lpstr>
      <vt:lpstr>SimSun</vt:lpstr>
      <vt:lpstr>汉仪书宋二KW</vt:lpstr>
      <vt:lpstr>Microsoft YaHei</vt:lpstr>
      <vt:lpstr>Microsoft YaHei</vt:lpstr>
      <vt:lpstr>Office 主题</vt:lpstr>
      <vt:lpstr>1_Office 主题</vt:lpstr>
      <vt:lpstr>从充电服务供应商 到出行生态综合体</vt:lpstr>
      <vt:lpstr>目录</vt:lpstr>
      <vt:lpstr>项目背景</vt:lpstr>
      <vt:lpstr>座联互动解决的核心需求</vt:lpstr>
      <vt:lpstr>核心竞争优势分析</vt:lpstr>
      <vt:lpstr>当前核心痛点梳理</vt:lpstr>
      <vt:lpstr>软硬件对比分析</vt:lpstr>
      <vt:lpstr>转型目标</vt:lpstr>
      <vt:lpstr>转型目标：打造出行服务综合体</vt:lpstr>
      <vt:lpstr>合作模式</vt:lpstr>
      <vt:lpstr>座联客服AI</vt:lpstr>
      <vt:lpstr>第一阶段方案设计</vt:lpstr>
      <vt:lpstr>阶段1:主要目标</vt:lpstr>
      <vt:lpstr>阶段1:       实现方案</vt:lpstr>
      <vt:lpstr>阶段1: 案例场景</vt:lpstr>
      <vt:lpstr>阶段1: 	合作商风险与应对</vt:lpstr>
      <vt:lpstr>阶段1: 付费方式与合规性探讨</vt:lpstr>
      <vt:lpstr>项目后续与未来展望</vt:lpstr>
      <vt:lpstr>阶段2: 主要目标</vt:lpstr>
      <vt:lpstr>阶段3: 主要目标</vt:lpstr>
      <vt:lpstr>我们的未来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座联互动平台转型方案：从充电服务到出行生态综合体</dc:title>
  <dc:creator/>
  <cp:lastModifiedBy>Avogadro.</cp:lastModifiedBy>
  <cp:revision>8</cp:revision>
  <dcterms:created xsi:type="dcterms:W3CDTF">2026-05-20T15:46:35Z</dcterms:created>
  <dcterms:modified xsi:type="dcterms:W3CDTF">2026-05-20T15:46:35Z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1033-12.1.22553.22553</vt:lpwstr>
  </property>
  <property fmtid="{D5CDD505-2E9C-101B-9397-08002B2CF9AE}" pid="3" name="KSOTemplateUUID">
    <vt:lpwstr>v1.0_ai_69796624989</vt:lpwstr>
  </property>
  <property fmtid="{D5CDD505-2E9C-101B-9397-08002B2CF9AE}" pid="4" name="ICV">
    <vt:lpwstr>31CBEC299ABB49D35AD70D6A3B5B1938_43</vt:lpwstr>
  </property>
</Properties>
</file>